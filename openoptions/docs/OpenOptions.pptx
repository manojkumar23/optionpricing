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7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72" r:id="rId2"/>
    <p:sldMasterId id="2147483684" r:id="rId3"/>
    <p:sldMasterId id="2147483696" r:id="rId4"/>
    <p:sldMasterId id="2147483708" r:id="rId5"/>
    <p:sldMasterId id="2147483840" r:id="rId6"/>
  </p:sldMasterIdLst>
  <p:notesMasterIdLst>
    <p:notesMasterId r:id="rId19"/>
  </p:notesMasterIdLst>
  <p:handoutMasterIdLst>
    <p:handoutMasterId r:id="rId20"/>
  </p:handoutMasterIdLst>
  <p:sldIdLst>
    <p:sldId id="256" r:id="rId7"/>
    <p:sldId id="264" r:id="rId8"/>
    <p:sldId id="265" r:id="rId9"/>
    <p:sldId id="258" r:id="rId10"/>
    <p:sldId id="259" r:id="rId11"/>
    <p:sldId id="257" r:id="rId12"/>
    <p:sldId id="260" r:id="rId13"/>
    <p:sldId id="267" r:id="rId14"/>
    <p:sldId id="262" r:id="rId15"/>
    <p:sldId id="261" r:id="rId16"/>
    <p:sldId id="266" r:id="rId17"/>
    <p:sldId id="263" r:id="rId18"/>
  </p:sldIdLst>
  <p:sldSz cx="9144000" cy="6858000" type="screen4x3"/>
  <p:notesSz cx="6997700" cy="9283700"/>
  <p:defaultTextStyle>
    <a:defPPr>
      <a:defRPr lang="en-US"/>
    </a:defPPr>
    <a:lvl1pPr marL="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B301B821-A1FF-4177-AEE7-76D212191A09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96"/>
      </p:cViewPr>
      <p:guideLst>
        <p:guide orient="horz" pos="2160"/>
        <p:guide pos="2880"/>
      </p:guideLst>
    </p:cSldViewPr>
  </p:slideViewPr>
  <p:outlineViewPr>
    <p:cViewPr>
      <p:scale>
        <a:sx n="1" d="1"/>
        <a:sy n="1" d="1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" Type="http://schemas.openxmlformats.org/officeDocument/2006/relationships/slideMaster" Target="slideMasters/slideMaster2.xml"/><Relationship Id="rId21" Type="http://schemas.openxmlformats.org/officeDocument/2006/relationships/commentAuthors" Target="commentAuthor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0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5.xml"/><Relationship Id="rId11" Type="http://schemas.openxmlformats.org/officeDocument/2006/relationships/slide" Target="slides/slide5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4.xml"/><Relationship Id="rId15" Type="http://schemas.openxmlformats.org/officeDocument/2006/relationships/slide" Target="slides/slide9.xml"/><Relationship Id="rId23" Type="http://schemas.openxmlformats.org/officeDocument/2006/relationships/viewProps" Target="viewProps.xml"/><Relationship Id="rId10" Type="http://schemas.openxmlformats.org/officeDocument/2006/relationships/slide" Target="slides/slide4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3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075D226-81C6-40DF-9ABE-441D2A8ADB98}" type="doc">
      <dgm:prSet loTypeId="urn:microsoft.com/office/officeart/2011/layout/ConvergingText" loCatId="process" qsTypeId="urn:microsoft.com/office/officeart/2005/8/quickstyle/3d9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D320231-47EC-4DF1-9FB8-BD44F0868258}">
      <dgm:prSet phldrT="[Text]"/>
      <dgm:spPr/>
      <dgm:t>
        <a:bodyPr/>
        <a:lstStyle/>
        <a:p>
          <a:r>
            <a:rPr lang="en-US" dirty="0" smtClean="0"/>
            <a:t>Risk Pricing</a:t>
          </a:r>
          <a:endParaRPr lang="en-US" dirty="0"/>
        </a:p>
      </dgm:t>
    </dgm:pt>
    <dgm:pt modelId="{B180684E-92A0-4D6E-94FF-4BF2D6D1D5E0}" type="parTrans" cxnId="{3CB27800-5CD5-4C05-8749-F8F2DE428CBF}">
      <dgm:prSet/>
      <dgm:spPr/>
      <dgm:t>
        <a:bodyPr/>
        <a:lstStyle/>
        <a:p>
          <a:endParaRPr lang="en-US"/>
        </a:p>
      </dgm:t>
    </dgm:pt>
    <dgm:pt modelId="{7C050A59-2BAB-4368-BCD7-E60334B3DBBD}" type="sibTrans" cxnId="{3CB27800-5CD5-4C05-8749-F8F2DE428CBF}">
      <dgm:prSet/>
      <dgm:spPr/>
      <dgm:t>
        <a:bodyPr/>
        <a:lstStyle/>
        <a:p>
          <a:endParaRPr lang="en-US"/>
        </a:p>
      </dgm:t>
    </dgm:pt>
    <dgm:pt modelId="{C74A0E12-D495-46D8-9125-639D062CF2FA}">
      <dgm:prSet phldrT="[Text]"/>
      <dgm:spPr/>
      <dgm:t>
        <a:bodyPr/>
        <a:lstStyle/>
        <a:p>
          <a:r>
            <a:rPr lang="en-US" dirty="0" smtClean="0"/>
            <a:t>Market Data</a:t>
          </a:r>
          <a:endParaRPr lang="en-US" dirty="0"/>
        </a:p>
      </dgm:t>
    </dgm:pt>
    <dgm:pt modelId="{C950AE4C-C030-4A79-8CA6-35E8E645ADAB}" type="parTrans" cxnId="{C058A0AB-B569-4600-9FD6-CDBA7EBA868C}">
      <dgm:prSet/>
      <dgm:spPr/>
      <dgm:t>
        <a:bodyPr/>
        <a:lstStyle/>
        <a:p>
          <a:endParaRPr lang="en-US"/>
        </a:p>
      </dgm:t>
    </dgm:pt>
    <dgm:pt modelId="{A78EB450-5E2D-48CD-9937-FB6892FA9426}" type="sibTrans" cxnId="{C058A0AB-B569-4600-9FD6-CDBA7EBA868C}">
      <dgm:prSet/>
      <dgm:spPr/>
      <dgm:t>
        <a:bodyPr/>
        <a:lstStyle/>
        <a:p>
          <a:endParaRPr lang="en-US"/>
        </a:p>
      </dgm:t>
    </dgm:pt>
    <dgm:pt modelId="{1A9D4B4B-8BBB-42AE-84B3-466E680F5F94}">
      <dgm:prSet phldrT="[Text]"/>
      <dgm:spPr/>
      <dgm:t>
        <a:bodyPr/>
        <a:lstStyle/>
        <a:p>
          <a:r>
            <a:rPr lang="en-US" dirty="0" smtClean="0"/>
            <a:t>Sentiment Data</a:t>
          </a:r>
          <a:endParaRPr lang="en-US" dirty="0"/>
        </a:p>
      </dgm:t>
    </dgm:pt>
    <dgm:pt modelId="{B2A01B68-5909-4C2F-A717-815D114FD303}" type="parTrans" cxnId="{BC5D6CF9-5C0E-4F6E-879A-FD78CF970B96}">
      <dgm:prSet/>
      <dgm:spPr/>
      <dgm:t>
        <a:bodyPr/>
        <a:lstStyle/>
        <a:p>
          <a:endParaRPr lang="en-US"/>
        </a:p>
      </dgm:t>
    </dgm:pt>
    <dgm:pt modelId="{3B814EF5-D635-4DB4-8E1D-B02C4EAB45E9}" type="sibTrans" cxnId="{BC5D6CF9-5C0E-4F6E-879A-FD78CF970B96}">
      <dgm:prSet/>
      <dgm:spPr/>
      <dgm:t>
        <a:bodyPr/>
        <a:lstStyle/>
        <a:p>
          <a:endParaRPr lang="en-US"/>
        </a:p>
      </dgm:t>
    </dgm:pt>
    <dgm:pt modelId="{2900D742-A78B-4209-91D2-10336A3FDC07}">
      <dgm:prSet phldrT="[Text]"/>
      <dgm:spPr/>
      <dgm:t>
        <a:bodyPr/>
        <a:lstStyle/>
        <a:p>
          <a:r>
            <a:rPr lang="en-US" dirty="0" smtClean="0"/>
            <a:t>…</a:t>
          </a:r>
          <a:endParaRPr lang="en-US" dirty="0"/>
        </a:p>
      </dgm:t>
    </dgm:pt>
    <dgm:pt modelId="{151E4DBB-0551-4073-A685-B815F2F30E0F}" type="parTrans" cxnId="{34D732FE-2E84-4B28-85B6-285CDF7F3512}">
      <dgm:prSet/>
      <dgm:spPr/>
      <dgm:t>
        <a:bodyPr/>
        <a:lstStyle/>
        <a:p>
          <a:endParaRPr lang="en-US"/>
        </a:p>
      </dgm:t>
    </dgm:pt>
    <dgm:pt modelId="{4BA72EC2-0AAD-413A-BC23-56073FEB11BA}" type="sibTrans" cxnId="{34D732FE-2E84-4B28-85B6-285CDF7F3512}">
      <dgm:prSet/>
      <dgm:spPr/>
      <dgm:t>
        <a:bodyPr/>
        <a:lstStyle/>
        <a:p>
          <a:endParaRPr lang="en-US"/>
        </a:p>
      </dgm:t>
    </dgm:pt>
    <dgm:pt modelId="{64E091AB-D554-4C15-8B41-990A7A229A9E}" type="pres">
      <dgm:prSet presAssocID="{B075D226-81C6-40DF-9ABE-441D2A8ADB98}" presName="Name0" presStyleCnt="0">
        <dgm:presLayoutVars>
          <dgm:chMax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BCBE17F1-0F84-48C4-A52C-7FDF6EC88086}" type="pres">
      <dgm:prSet presAssocID="{ED320231-47EC-4DF1-9FB8-BD44F0868258}" presName="composite" presStyleCnt="0"/>
      <dgm:spPr/>
    </dgm:pt>
    <dgm:pt modelId="{799CB888-93C1-4B30-B863-C81F80BD9792}" type="pres">
      <dgm:prSet presAssocID="{ED320231-47EC-4DF1-9FB8-BD44F0868258}" presName="ParentAccent1" presStyleLbl="alignNode1" presStyleIdx="0" presStyleCnt="34"/>
      <dgm:spPr/>
    </dgm:pt>
    <dgm:pt modelId="{62F6CBFF-2E3D-499D-9F67-7E4BD719F21A}" type="pres">
      <dgm:prSet presAssocID="{ED320231-47EC-4DF1-9FB8-BD44F0868258}" presName="ParentAccent2" presStyleLbl="alignNode1" presStyleIdx="1" presStyleCnt="34"/>
      <dgm:spPr/>
    </dgm:pt>
    <dgm:pt modelId="{0C94262C-F0F7-45C3-908B-D12488F08BC1}" type="pres">
      <dgm:prSet presAssocID="{ED320231-47EC-4DF1-9FB8-BD44F0868258}" presName="ParentAccent3" presStyleLbl="alignNode1" presStyleIdx="2" presStyleCnt="34"/>
      <dgm:spPr/>
    </dgm:pt>
    <dgm:pt modelId="{D8BCB616-748C-4A3F-9812-7401E765F3D5}" type="pres">
      <dgm:prSet presAssocID="{ED320231-47EC-4DF1-9FB8-BD44F0868258}" presName="ParentAccent4" presStyleLbl="alignNode1" presStyleIdx="3" presStyleCnt="34"/>
      <dgm:spPr/>
    </dgm:pt>
    <dgm:pt modelId="{92F2E1FD-3195-43A9-8C2C-5A88B9F1EED3}" type="pres">
      <dgm:prSet presAssocID="{ED320231-47EC-4DF1-9FB8-BD44F0868258}" presName="ParentAccent5" presStyleLbl="alignNode1" presStyleIdx="4" presStyleCnt="34"/>
      <dgm:spPr/>
    </dgm:pt>
    <dgm:pt modelId="{2F4B90A1-2355-408E-8099-386F7F79C4F6}" type="pres">
      <dgm:prSet presAssocID="{ED320231-47EC-4DF1-9FB8-BD44F0868258}" presName="ParentAccent6" presStyleLbl="alignNode1" presStyleIdx="5" presStyleCnt="34"/>
      <dgm:spPr/>
    </dgm:pt>
    <dgm:pt modelId="{71857EB3-5A87-4402-B657-8EE246CE5636}" type="pres">
      <dgm:prSet presAssocID="{ED320231-47EC-4DF1-9FB8-BD44F0868258}" presName="ParentAccent7" presStyleLbl="alignNode1" presStyleIdx="6" presStyleCnt="34"/>
      <dgm:spPr/>
    </dgm:pt>
    <dgm:pt modelId="{E61B70AA-8823-4BAB-8B7A-A4B17E3A030F}" type="pres">
      <dgm:prSet presAssocID="{ED320231-47EC-4DF1-9FB8-BD44F0868258}" presName="ParentAccent8" presStyleLbl="alignNode1" presStyleIdx="7" presStyleCnt="34"/>
      <dgm:spPr/>
    </dgm:pt>
    <dgm:pt modelId="{2680C94B-4E89-46D7-A737-1D3C2B6A38DD}" type="pres">
      <dgm:prSet presAssocID="{ED320231-47EC-4DF1-9FB8-BD44F0868258}" presName="ParentAccent9" presStyleLbl="alignNode1" presStyleIdx="8" presStyleCnt="34"/>
      <dgm:spPr/>
    </dgm:pt>
    <dgm:pt modelId="{C5910656-97F5-4852-B648-7944B5E2881F}" type="pres">
      <dgm:prSet presAssocID="{ED320231-47EC-4DF1-9FB8-BD44F0868258}" presName="ParentAccent10" presStyleLbl="alignNode1" presStyleIdx="9" presStyleCnt="34"/>
      <dgm:spPr/>
    </dgm:pt>
    <dgm:pt modelId="{43FF07BB-11FF-446C-BF21-9D3CBC31E88F}" type="pres">
      <dgm:prSet presAssocID="{ED320231-47EC-4DF1-9FB8-BD44F0868258}" presName="Parent" presStyleLbl="alignNode1" presStyleIdx="10" presStyleCnt="34">
        <dgm:presLayoutVars>
          <dgm:chMax val="5"/>
          <dgm:chPref val="3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2EB47B0-2658-4B6E-9177-D411972168BB}" type="pres">
      <dgm:prSet presAssocID="{C74A0E12-D495-46D8-9125-639D062CF2FA}" presName="Child1Accent1" presStyleLbl="alignNode1" presStyleIdx="11" presStyleCnt="34"/>
      <dgm:spPr/>
    </dgm:pt>
    <dgm:pt modelId="{BFF72FF4-76C2-419F-AD01-E889354C8396}" type="pres">
      <dgm:prSet presAssocID="{C74A0E12-D495-46D8-9125-639D062CF2FA}" presName="Child1Accent2" presStyleLbl="alignNode1" presStyleIdx="12" presStyleCnt="34"/>
      <dgm:spPr/>
    </dgm:pt>
    <dgm:pt modelId="{0E64B76D-F822-4190-8902-62BF9F786947}" type="pres">
      <dgm:prSet presAssocID="{C74A0E12-D495-46D8-9125-639D062CF2FA}" presName="Child1Accent3" presStyleLbl="alignNode1" presStyleIdx="13" presStyleCnt="34"/>
      <dgm:spPr/>
    </dgm:pt>
    <dgm:pt modelId="{7C7B634B-7B84-4EB8-9590-0EFBADADFF22}" type="pres">
      <dgm:prSet presAssocID="{C74A0E12-D495-46D8-9125-639D062CF2FA}" presName="Child1Accent4" presStyleLbl="alignNode1" presStyleIdx="14" presStyleCnt="34"/>
      <dgm:spPr/>
    </dgm:pt>
    <dgm:pt modelId="{95FB41F8-0FB8-449B-B82B-089B76F2362C}" type="pres">
      <dgm:prSet presAssocID="{C74A0E12-D495-46D8-9125-639D062CF2FA}" presName="Child1Accent5" presStyleLbl="alignNode1" presStyleIdx="15" presStyleCnt="34"/>
      <dgm:spPr/>
    </dgm:pt>
    <dgm:pt modelId="{AE63681E-333A-453C-99C8-F70D2EAADED9}" type="pres">
      <dgm:prSet presAssocID="{C74A0E12-D495-46D8-9125-639D062CF2FA}" presName="Child1Accent6" presStyleLbl="alignNode1" presStyleIdx="16" presStyleCnt="34"/>
      <dgm:spPr/>
    </dgm:pt>
    <dgm:pt modelId="{44BB57AE-F3AB-4724-BAAB-76C8DF325AFE}" type="pres">
      <dgm:prSet presAssocID="{C74A0E12-D495-46D8-9125-639D062CF2FA}" presName="Child1Accent7" presStyleLbl="alignNode1" presStyleIdx="17" presStyleCnt="34"/>
      <dgm:spPr/>
    </dgm:pt>
    <dgm:pt modelId="{5992EAF3-BD96-49D2-B76B-7FADDB531C30}" type="pres">
      <dgm:prSet presAssocID="{C74A0E12-D495-46D8-9125-639D062CF2FA}" presName="Child1Accent8" presStyleLbl="alignNode1" presStyleIdx="18" presStyleCnt="34"/>
      <dgm:spPr/>
    </dgm:pt>
    <dgm:pt modelId="{BD7E7BAF-E20C-4390-AE0D-8DFAE59A795E}" type="pres">
      <dgm:prSet presAssocID="{C74A0E12-D495-46D8-9125-639D062CF2FA}" presName="Child1Accent9" presStyleLbl="alignNode1" presStyleIdx="19" presStyleCnt="34"/>
      <dgm:spPr/>
    </dgm:pt>
    <dgm:pt modelId="{75D5F11B-1517-4997-AD26-1CB2DC3C8A7D}" type="pres">
      <dgm:prSet presAssocID="{C74A0E12-D495-46D8-9125-639D062CF2FA}" presName="Child1" presStyleLbl="revTx" presStyleIdx="0" presStyleCnt="3">
        <dgm:presLayoutVars>
          <dgm:chMax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E04C3CA-278D-4A85-BCE1-CA0A716BFD82}" type="pres">
      <dgm:prSet presAssocID="{1A9D4B4B-8BBB-42AE-84B3-466E680F5F94}" presName="Child2Accent1" presStyleLbl="alignNode1" presStyleIdx="20" presStyleCnt="34"/>
      <dgm:spPr/>
    </dgm:pt>
    <dgm:pt modelId="{63D0CB7F-C1F4-477A-AAF5-D282BC6A0A18}" type="pres">
      <dgm:prSet presAssocID="{1A9D4B4B-8BBB-42AE-84B3-466E680F5F94}" presName="Child2Accent2" presStyleLbl="alignNode1" presStyleIdx="21" presStyleCnt="34"/>
      <dgm:spPr/>
    </dgm:pt>
    <dgm:pt modelId="{0C354779-34BF-41A8-8489-A3A344E26D4C}" type="pres">
      <dgm:prSet presAssocID="{1A9D4B4B-8BBB-42AE-84B3-466E680F5F94}" presName="Child2Accent3" presStyleLbl="alignNode1" presStyleIdx="22" presStyleCnt="34"/>
      <dgm:spPr/>
    </dgm:pt>
    <dgm:pt modelId="{D8336B1F-37F7-457F-8497-85503ED5D948}" type="pres">
      <dgm:prSet presAssocID="{1A9D4B4B-8BBB-42AE-84B3-466E680F5F94}" presName="Child2Accent4" presStyleLbl="alignNode1" presStyleIdx="23" presStyleCnt="34"/>
      <dgm:spPr/>
    </dgm:pt>
    <dgm:pt modelId="{CB337C28-DB6D-439B-B3FB-C21D21E55729}" type="pres">
      <dgm:prSet presAssocID="{1A9D4B4B-8BBB-42AE-84B3-466E680F5F94}" presName="Child2Accent5" presStyleLbl="alignNode1" presStyleIdx="24" presStyleCnt="34"/>
      <dgm:spPr/>
    </dgm:pt>
    <dgm:pt modelId="{330E6801-4DCA-441F-BA5F-87D16246C2B5}" type="pres">
      <dgm:prSet presAssocID="{1A9D4B4B-8BBB-42AE-84B3-466E680F5F94}" presName="Child2Accent6" presStyleLbl="alignNode1" presStyleIdx="25" presStyleCnt="34"/>
      <dgm:spPr/>
    </dgm:pt>
    <dgm:pt modelId="{ECCBEBE4-EE35-4C10-A2C6-87B3D18FC2CF}" type="pres">
      <dgm:prSet presAssocID="{1A9D4B4B-8BBB-42AE-84B3-466E680F5F94}" presName="Child2Accent7" presStyleLbl="alignNode1" presStyleIdx="26" presStyleCnt="34"/>
      <dgm:spPr/>
    </dgm:pt>
    <dgm:pt modelId="{C07A9266-AC10-47B2-B912-2E39A6C9779E}" type="pres">
      <dgm:prSet presAssocID="{1A9D4B4B-8BBB-42AE-84B3-466E680F5F94}" presName="Child2" presStyleLbl="revTx" presStyleIdx="1" presStyleCnt="3">
        <dgm:presLayoutVars>
          <dgm:chMax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00F1BD4-D51C-4A2E-8750-8720F3AED704}" type="pres">
      <dgm:prSet presAssocID="{2900D742-A78B-4209-91D2-10336A3FDC07}" presName="Child3Accent1" presStyleLbl="alignNode1" presStyleIdx="27" presStyleCnt="34"/>
      <dgm:spPr/>
    </dgm:pt>
    <dgm:pt modelId="{9C481CEE-7FCA-4A5A-BF46-E843CB000775}" type="pres">
      <dgm:prSet presAssocID="{2900D742-A78B-4209-91D2-10336A3FDC07}" presName="Child3Accent2" presStyleLbl="alignNode1" presStyleIdx="28" presStyleCnt="34"/>
      <dgm:spPr/>
    </dgm:pt>
    <dgm:pt modelId="{C0D6598E-3100-48F5-9ABC-8320D246CCB4}" type="pres">
      <dgm:prSet presAssocID="{2900D742-A78B-4209-91D2-10336A3FDC07}" presName="Child3Accent3" presStyleLbl="alignNode1" presStyleIdx="29" presStyleCnt="34"/>
      <dgm:spPr/>
    </dgm:pt>
    <dgm:pt modelId="{CFC7CD50-2E42-4A78-8236-2662AA0452FE}" type="pres">
      <dgm:prSet presAssocID="{2900D742-A78B-4209-91D2-10336A3FDC07}" presName="Child3Accent4" presStyleLbl="alignNode1" presStyleIdx="30" presStyleCnt="34"/>
      <dgm:spPr/>
    </dgm:pt>
    <dgm:pt modelId="{6DB71573-A15D-473B-AF11-519788DFA05C}" type="pres">
      <dgm:prSet presAssocID="{2900D742-A78B-4209-91D2-10336A3FDC07}" presName="Child3Accent5" presStyleLbl="alignNode1" presStyleIdx="31" presStyleCnt="34"/>
      <dgm:spPr/>
    </dgm:pt>
    <dgm:pt modelId="{15D67EE5-599D-448D-9518-CAF310D05B91}" type="pres">
      <dgm:prSet presAssocID="{2900D742-A78B-4209-91D2-10336A3FDC07}" presName="Child3Accent6" presStyleLbl="alignNode1" presStyleIdx="32" presStyleCnt="34"/>
      <dgm:spPr/>
    </dgm:pt>
    <dgm:pt modelId="{36DEEF0C-144A-4A1F-8F81-67999600C0C7}" type="pres">
      <dgm:prSet presAssocID="{2900D742-A78B-4209-91D2-10336A3FDC07}" presName="Child3Accent7" presStyleLbl="alignNode1" presStyleIdx="33" presStyleCnt="34"/>
      <dgm:spPr/>
    </dgm:pt>
    <dgm:pt modelId="{F7AA732A-4C54-45A6-A465-AD741DD22992}" type="pres">
      <dgm:prSet presAssocID="{2900D742-A78B-4209-91D2-10336A3FDC07}" presName="Child3" presStyleLbl="revTx" presStyleIdx="2" presStyleCnt="3">
        <dgm:presLayoutVars>
          <dgm:chMax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FF48FD65-D08F-424B-90DF-E59ACE0E55EC}" type="presOf" srcId="{B075D226-81C6-40DF-9ABE-441D2A8ADB98}" destId="{64E091AB-D554-4C15-8B41-990A7A229A9E}" srcOrd="0" destOrd="0" presId="urn:microsoft.com/office/officeart/2011/layout/ConvergingText"/>
    <dgm:cxn modelId="{75247672-3721-4D93-A661-911DB680E531}" type="presOf" srcId="{2900D742-A78B-4209-91D2-10336A3FDC07}" destId="{F7AA732A-4C54-45A6-A465-AD741DD22992}" srcOrd="0" destOrd="0" presId="urn:microsoft.com/office/officeart/2011/layout/ConvergingText"/>
    <dgm:cxn modelId="{3CB27800-5CD5-4C05-8749-F8F2DE428CBF}" srcId="{B075D226-81C6-40DF-9ABE-441D2A8ADB98}" destId="{ED320231-47EC-4DF1-9FB8-BD44F0868258}" srcOrd="0" destOrd="0" parTransId="{B180684E-92A0-4D6E-94FF-4BF2D6D1D5E0}" sibTransId="{7C050A59-2BAB-4368-BCD7-E60334B3DBBD}"/>
    <dgm:cxn modelId="{BC5D6CF9-5C0E-4F6E-879A-FD78CF970B96}" srcId="{ED320231-47EC-4DF1-9FB8-BD44F0868258}" destId="{1A9D4B4B-8BBB-42AE-84B3-466E680F5F94}" srcOrd="1" destOrd="0" parTransId="{B2A01B68-5909-4C2F-A717-815D114FD303}" sibTransId="{3B814EF5-D635-4DB4-8E1D-B02C4EAB45E9}"/>
    <dgm:cxn modelId="{34D732FE-2E84-4B28-85B6-285CDF7F3512}" srcId="{ED320231-47EC-4DF1-9FB8-BD44F0868258}" destId="{2900D742-A78B-4209-91D2-10336A3FDC07}" srcOrd="2" destOrd="0" parTransId="{151E4DBB-0551-4073-A685-B815F2F30E0F}" sibTransId="{4BA72EC2-0AAD-413A-BC23-56073FEB11BA}"/>
    <dgm:cxn modelId="{062D0E19-E61D-438A-A988-81E0EB574BF5}" type="presOf" srcId="{1A9D4B4B-8BBB-42AE-84B3-466E680F5F94}" destId="{C07A9266-AC10-47B2-B912-2E39A6C9779E}" srcOrd="0" destOrd="0" presId="urn:microsoft.com/office/officeart/2011/layout/ConvergingText"/>
    <dgm:cxn modelId="{C058A0AB-B569-4600-9FD6-CDBA7EBA868C}" srcId="{ED320231-47EC-4DF1-9FB8-BD44F0868258}" destId="{C74A0E12-D495-46D8-9125-639D062CF2FA}" srcOrd="0" destOrd="0" parTransId="{C950AE4C-C030-4A79-8CA6-35E8E645ADAB}" sibTransId="{A78EB450-5E2D-48CD-9937-FB6892FA9426}"/>
    <dgm:cxn modelId="{CFCD8337-E54F-4D94-99A3-09BBC30C1BB5}" type="presOf" srcId="{C74A0E12-D495-46D8-9125-639D062CF2FA}" destId="{75D5F11B-1517-4997-AD26-1CB2DC3C8A7D}" srcOrd="0" destOrd="0" presId="urn:microsoft.com/office/officeart/2011/layout/ConvergingText"/>
    <dgm:cxn modelId="{4E5684B7-A67B-4E56-B3D7-5E56A0E97131}" type="presOf" srcId="{ED320231-47EC-4DF1-9FB8-BD44F0868258}" destId="{43FF07BB-11FF-446C-BF21-9D3CBC31E88F}" srcOrd="0" destOrd="0" presId="urn:microsoft.com/office/officeart/2011/layout/ConvergingText"/>
    <dgm:cxn modelId="{02E57187-E0E1-41EB-92DD-C5CF8736DD34}" type="presParOf" srcId="{64E091AB-D554-4C15-8B41-990A7A229A9E}" destId="{BCBE17F1-0F84-48C4-A52C-7FDF6EC88086}" srcOrd="0" destOrd="0" presId="urn:microsoft.com/office/officeart/2011/layout/ConvergingText"/>
    <dgm:cxn modelId="{0478D9FE-89D6-4A3C-8CEC-CB1FA81EAED5}" type="presParOf" srcId="{BCBE17F1-0F84-48C4-A52C-7FDF6EC88086}" destId="{799CB888-93C1-4B30-B863-C81F80BD9792}" srcOrd="0" destOrd="0" presId="urn:microsoft.com/office/officeart/2011/layout/ConvergingText"/>
    <dgm:cxn modelId="{0D3F2EAA-20DF-43DD-BB0E-3E9BD1FA1EF5}" type="presParOf" srcId="{BCBE17F1-0F84-48C4-A52C-7FDF6EC88086}" destId="{62F6CBFF-2E3D-499D-9F67-7E4BD719F21A}" srcOrd="1" destOrd="0" presId="urn:microsoft.com/office/officeart/2011/layout/ConvergingText"/>
    <dgm:cxn modelId="{2985BFB1-84C2-4764-8553-6D5CF600E298}" type="presParOf" srcId="{BCBE17F1-0F84-48C4-A52C-7FDF6EC88086}" destId="{0C94262C-F0F7-45C3-908B-D12488F08BC1}" srcOrd="2" destOrd="0" presId="urn:microsoft.com/office/officeart/2011/layout/ConvergingText"/>
    <dgm:cxn modelId="{E6A6F295-FD15-46D0-BE39-8D548D213CFC}" type="presParOf" srcId="{BCBE17F1-0F84-48C4-A52C-7FDF6EC88086}" destId="{D8BCB616-748C-4A3F-9812-7401E765F3D5}" srcOrd="3" destOrd="0" presId="urn:microsoft.com/office/officeart/2011/layout/ConvergingText"/>
    <dgm:cxn modelId="{C9D47A2E-73D6-47DC-A7B8-0435109F7210}" type="presParOf" srcId="{BCBE17F1-0F84-48C4-A52C-7FDF6EC88086}" destId="{92F2E1FD-3195-43A9-8C2C-5A88B9F1EED3}" srcOrd="4" destOrd="0" presId="urn:microsoft.com/office/officeart/2011/layout/ConvergingText"/>
    <dgm:cxn modelId="{FCE1FAA8-A9FE-4A31-AFAE-ADB401F8274E}" type="presParOf" srcId="{BCBE17F1-0F84-48C4-A52C-7FDF6EC88086}" destId="{2F4B90A1-2355-408E-8099-386F7F79C4F6}" srcOrd="5" destOrd="0" presId="urn:microsoft.com/office/officeart/2011/layout/ConvergingText"/>
    <dgm:cxn modelId="{41B06569-2CC7-434D-AE6A-04C30E11B808}" type="presParOf" srcId="{BCBE17F1-0F84-48C4-A52C-7FDF6EC88086}" destId="{71857EB3-5A87-4402-B657-8EE246CE5636}" srcOrd="6" destOrd="0" presId="urn:microsoft.com/office/officeart/2011/layout/ConvergingText"/>
    <dgm:cxn modelId="{4A415FDF-2A60-428A-B14B-F0FA637BA953}" type="presParOf" srcId="{BCBE17F1-0F84-48C4-A52C-7FDF6EC88086}" destId="{E61B70AA-8823-4BAB-8B7A-A4B17E3A030F}" srcOrd="7" destOrd="0" presId="urn:microsoft.com/office/officeart/2011/layout/ConvergingText"/>
    <dgm:cxn modelId="{F00BEE00-6192-4201-ABD0-4305A474F169}" type="presParOf" srcId="{BCBE17F1-0F84-48C4-A52C-7FDF6EC88086}" destId="{2680C94B-4E89-46D7-A737-1D3C2B6A38DD}" srcOrd="8" destOrd="0" presId="urn:microsoft.com/office/officeart/2011/layout/ConvergingText"/>
    <dgm:cxn modelId="{DD0B3B6A-5FDA-49D0-AE85-24EC3DC8A50E}" type="presParOf" srcId="{BCBE17F1-0F84-48C4-A52C-7FDF6EC88086}" destId="{C5910656-97F5-4852-B648-7944B5E2881F}" srcOrd="9" destOrd="0" presId="urn:microsoft.com/office/officeart/2011/layout/ConvergingText"/>
    <dgm:cxn modelId="{4EE183D2-9DFE-4E1C-B697-804DAC2E91B9}" type="presParOf" srcId="{BCBE17F1-0F84-48C4-A52C-7FDF6EC88086}" destId="{43FF07BB-11FF-446C-BF21-9D3CBC31E88F}" srcOrd="10" destOrd="0" presId="urn:microsoft.com/office/officeart/2011/layout/ConvergingText"/>
    <dgm:cxn modelId="{2F0F611D-345A-44E8-ADDB-6EC41AA611CF}" type="presParOf" srcId="{BCBE17F1-0F84-48C4-A52C-7FDF6EC88086}" destId="{F2EB47B0-2658-4B6E-9177-D411972168BB}" srcOrd="11" destOrd="0" presId="urn:microsoft.com/office/officeart/2011/layout/ConvergingText"/>
    <dgm:cxn modelId="{87DF7CA3-6C8C-4A75-A72E-E9A8741BE465}" type="presParOf" srcId="{BCBE17F1-0F84-48C4-A52C-7FDF6EC88086}" destId="{BFF72FF4-76C2-419F-AD01-E889354C8396}" srcOrd="12" destOrd="0" presId="urn:microsoft.com/office/officeart/2011/layout/ConvergingText"/>
    <dgm:cxn modelId="{3DF5FB8E-1C52-48EF-8517-2E670B21AD1E}" type="presParOf" srcId="{BCBE17F1-0F84-48C4-A52C-7FDF6EC88086}" destId="{0E64B76D-F822-4190-8902-62BF9F786947}" srcOrd="13" destOrd="0" presId="urn:microsoft.com/office/officeart/2011/layout/ConvergingText"/>
    <dgm:cxn modelId="{C8E9CFA2-3D5D-4ABA-9E4B-44B1737EFD26}" type="presParOf" srcId="{BCBE17F1-0F84-48C4-A52C-7FDF6EC88086}" destId="{7C7B634B-7B84-4EB8-9590-0EFBADADFF22}" srcOrd="14" destOrd="0" presId="urn:microsoft.com/office/officeart/2011/layout/ConvergingText"/>
    <dgm:cxn modelId="{701E5FF7-49C2-4AEA-8F23-1DD2741E82D4}" type="presParOf" srcId="{BCBE17F1-0F84-48C4-A52C-7FDF6EC88086}" destId="{95FB41F8-0FB8-449B-B82B-089B76F2362C}" srcOrd="15" destOrd="0" presId="urn:microsoft.com/office/officeart/2011/layout/ConvergingText"/>
    <dgm:cxn modelId="{CB5E65F3-3D92-4194-AFB2-2B1D4A150C61}" type="presParOf" srcId="{BCBE17F1-0F84-48C4-A52C-7FDF6EC88086}" destId="{AE63681E-333A-453C-99C8-F70D2EAADED9}" srcOrd="16" destOrd="0" presId="urn:microsoft.com/office/officeart/2011/layout/ConvergingText"/>
    <dgm:cxn modelId="{6910999D-3F2C-4D95-82DE-AEED62CA95BB}" type="presParOf" srcId="{BCBE17F1-0F84-48C4-A52C-7FDF6EC88086}" destId="{44BB57AE-F3AB-4724-BAAB-76C8DF325AFE}" srcOrd="17" destOrd="0" presId="urn:microsoft.com/office/officeart/2011/layout/ConvergingText"/>
    <dgm:cxn modelId="{EDD8957B-547F-4163-9F36-125234231CC3}" type="presParOf" srcId="{BCBE17F1-0F84-48C4-A52C-7FDF6EC88086}" destId="{5992EAF3-BD96-49D2-B76B-7FADDB531C30}" srcOrd="18" destOrd="0" presId="urn:microsoft.com/office/officeart/2011/layout/ConvergingText"/>
    <dgm:cxn modelId="{F26AB05D-620E-401F-8EB5-413D2603D2E8}" type="presParOf" srcId="{BCBE17F1-0F84-48C4-A52C-7FDF6EC88086}" destId="{BD7E7BAF-E20C-4390-AE0D-8DFAE59A795E}" srcOrd="19" destOrd="0" presId="urn:microsoft.com/office/officeart/2011/layout/ConvergingText"/>
    <dgm:cxn modelId="{D9014415-875B-453A-A515-32E82D372FE3}" type="presParOf" srcId="{BCBE17F1-0F84-48C4-A52C-7FDF6EC88086}" destId="{75D5F11B-1517-4997-AD26-1CB2DC3C8A7D}" srcOrd="20" destOrd="0" presId="urn:microsoft.com/office/officeart/2011/layout/ConvergingText"/>
    <dgm:cxn modelId="{6DC475A2-A1B5-4F3A-BBAE-386006A6AB39}" type="presParOf" srcId="{BCBE17F1-0F84-48C4-A52C-7FDF6EC88086}" destId="{3E04C3CA-278D-4A85-BCE1-CA0A716BFD82}" srcOrd="21" destOrd="0" presId="urn:microsoft.com/office/officeart/2011/layout/ConvergingText"/>
    <dgm:cxn modelId="{72937134-B284-4480-9639-DD7ACC9123D2}" type="presParOf" srcId="{BCBE17F1-0F84-48C4-A52C-7FDF6EC88086}" destId="{63D0CB7F-C1F4-477A-AAF5-D282BC6A0A18}" srcOrd="22" destOrd="0" presId="urn:microsoft.com/office/officeart/2011/layout/ConvergingText"/>
    <dgm:cxn modelId="{238AA4B4-55F6-4193-9CDC-526B38B41D86}" type="presParOf" srcId="{BCBE17F1-0F84-48C4-A52C-7FDF6EC88086}" destId="{0C354779-34BF-41A8-8489-A3A344E26D4C}" srcOrd="23" destOrd="0" presId="urn:microsoft.com/office/officeart/2011/layout/ConvergingText"/>
    <dgm:cxn modelId="{244D4B44-4C85-4457-A04E-58FB904D9B4F}" type="presParOf" srcId="{BCBE17F1-0F84-48C4-A52C-7FDF6EC88086}" destId="{D8336B1F-37F7-457F-8497-85503ED5D948}" srcOrd="24" destOrd="0" presId="urn:microsoft.com/office/officeart/2011/layout/ConvergingText"/>
    <dgm:cxn modelId="{B813A12F-A543-429E-903E-780C82021963}" type="presParOf" srcId="{BCBE17F1-0F84-48C4-A52C-7FDF6EC88086}" destId="{CB337C28-DB6D-439B-B3FB-C21D21E55729}" srcOrd="25" destOrd="0" presId="urn:microsoft.com/office/officeart/2011/layout/ConvergingText"/>
    <dgm:cxn modelId="{5A3ACBFA-9BB3-42B9-B623-50B88A122796}" type="presParOf" srcId="{BCBE17F1-0F84-48C4-A52C-7FDF6EC88086}" destId="{330E6801-4DCA-441F-BA5F-87D16246C2B5}" srcOrd="26" destOrd="0" presId="urn:microsoft.com/office/officeart/2011/layout/ConvergingText"/>
    <dgm:cxn modelId="{5A5C06CC-42D6-41BC-A8FC-A41456F398AE}" type="presParOf" srcId="{BCBE17F1-0F84-48C4-A52C-7FDF6EC88086}" destId="{ECCBEBE4-EE35-4C10-A2C6-87B3D18FC2CF}" srcOrd="27" destOrd="0" presId="urn:microsoft.com/office/officeart/2011/layout/ConvergingText"/>
    <dgm:cxn modelId="{077C8C94-8002-464D-A551-A1D1562594B7}" type="presParOf" srcId="{BCBE17F1-0F84-48C4-A52C-7FDF6EC88086}" destId="{C07A9266-AC10-47B2-B912-2E39A6C9779E}" srcOrd="28" destOrd="0" presId="urn:microsoft.com/office/officeart/2011/layout/ConvergingText"/>
    <dgm:cxn modelId="{33A912FE-3DD3-46E9-826B-2EA56E855722}" type="presParOf" srcId="{BCBE17F1-0F84-48C4-A52C-7FDF6EC88086}" destId="{500F1BD4-D51C-4A2E-8750-8720F3AED704}" srcOrd="29" destOrd="0" presId="urn:microsoft.com/office/officeart/2011/layout/ConvergingText"/>
    <dgm:cxn modelId="{4966A877-343B-40FB-93D8-0ED02AB40083}" type="presParOf" srcId="{BCBE17F1-0F84-48C4-A52C-7FDF6EC88086}" destId="{9C481CEE-7FCA-4A5A-BF46-E843CB000775}" srcOrd="30" destOrd="0" presId="urn:microsoft.com/office/officeart/2011/layout/ConvergingText"/>
    <dgm:cxn modelId="{4039FE62-7671-43CB-95DF-52B46A7CB139}" type="presParOf" srcId="{BCBE17F1-0F84-48C4-A52C-7FDF6EC88086}" destId="{C0D6598E-3100-48F5-9ABC-8320D246CCB4}" srcOrd="31" destOrd="0" presId="urn:microsoft.com/office/officeart/2011/layout/ConvergingText"/>
    <dgm:cxn modelId="{8A0C040C-E65A-46A4-BEF8-EBFA5C88C916}" type="presParOf" srcId="{BCBE17F1-0F84-48C4-A52C-7FDF6EC88086}" destId="{CFC7CD50-2E42-4A78-8236-2662AA0452FE}" srcOrd="32" destOrd="0" presId="urn:microsoft.com/office/officeart/2011/layout/ConvergingText"/>
    <dgm:cxn modelId="{3F77B7D2-7709-4664-8F39-0FBBD5E35B79}" type="presParOf" srcId="{BCBE17F1-0F84-48C4-A52C-7FDF6EC88086}" destId="{6DB71573-A15D-473B-AF11-519788DFA05C}" srcOrd="33" destOrd="0" presId="urn:microsoft.com/office/officeart/2011/layout/ConvergingText"/>
    <dgm:cxn modelId="{E2703326-1FC1-411F-A192-BFF7CFE53C23}" type="presParOf" srcId="{BCBE17F1-0F84-48C4-A52C-7FDF6EC88086}" destId="{15D67EE5-599D-448D-9518-CAF310D05B91}" srcOrd="34" destOrd="0" presId="urn:microsoft.com/office/officeart/2011/layout/ConvergingText"/>
    <dgm:cxn modelId="{D447184F-2B73-4618-B8F7-A34EDF80AC33}" type="presParOf" srcId="{BCBE17F1-0F84-48C4-A52C-7FDF6EC88086}" destId="{36DEEF0C-144A-4A1F-8F81-67999600C0C7}" srcOrd="35" destOrd="0" presId="urn:microsoft.com/office/officeart/2011/layout/ConvergingText"/>
    <dgm:cxn modelId="{C5451A66-1FD3-407B-BCDB-E3A180B45003}" type="presParOf" srcId="{BCBE17F1-0F84-48C4-A52C-7FDF6EC88086}" destId="{F7AA732A-4C54-45A6-A465-AD741DD22992}" srcOrd="36" destOrd="0" presId="urn:microsoft.com/office/officeart/2011/layout/ConvergingTex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C66FDC3-2A01-413D-9B40-CF9CCA3FC227}" type="doc">
      <dgm:prSet loTypeId="urn:microsoft.com/office/officeart/2005/8/layout/funnel1#1" loCatId="relationship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9B8E1D9-C748-48FC-A725-2E22E9830EA5}">
      <dgm:prSet phldrT="[Text]"/>
      <dgm:spPr/>
      <dgm:t>
        <a:bodyPr/>
        <a:lstStyle/>
        <a:p>
          <a:r>
            <a:rPr lang="en-US" dirty="0" smtClean="0"/>
            <a:t>Risk Assessment</a:t>
          </a:r>
          <a:endParaRPr lang="en-US" dirty="0"/>
        </a:p>
      </dgm:t>
    </dgm:pt>
    <dgm:pt modelId="{D297A700-36F2-47A2-A7D8-F5611AEA3310}" type="parTrans" cxnId="{2AE7E93A-B8BD-411B-B984-E12F86522AC5}">
      <dgm:prSet/>
      <dgm:spPr/>
      <dgm:t>
        <a:bodyPr/>
        <a:lstStyle/>
        <a:p>
          <a:endParaRPr lang="en-US"/>
        </a:p>
      </dgm:t>
    </dgm:pt>
    <dgm:pt modelId="{FC0DF4C9-16DD-4481-A318-10249DBD9843}" type="sibTrans" cxnId="{2AE7E93A-B8BD-411B-B984-E12F86522AC5}">
      <dgm:prSet/>
      <dgm:spPr/>
      <dgm:t>
        <a:bodyPr/>
        <a:lstStyle/>
        <a:p>
          <a:endParaRPr lang="en-US"/>
        </a:p>
      </dgm:t>
    </dgm:pt>
    <dgm:pt modelId="{CD699A2E-9BC6-48DA-A353-7AE5E36094C2}">
      <dgm:prSet phldrT="[Text]"/>
      <dgm:spPr/>
      <dgm:t>
        <a:bodyPr/>
        <a:lstStyle/>
        <a:p>
          <a:r>
            <a:rPr lang="en-US" dirty="0" smtClean="0"/>
            <a:t>Algorithmic Trading</a:t>
          </a:r>
          <a:endParaRPr lang="en-US" dirty="0"/>
        </a:p>
      </dgm:t>
    </dgm:pt>
    <dgm:pt modelId="{14E9E9A3-77B2-40EA-B914-E54F8807358C}" type="parTrans" cxnId="{B1F49099-A3D7-4C51-A99B-D126A30ECA04}">
      <dgm:prSet/>
      <dgm:spPr/>
      <dgm:t>
        <a:bodyPr/>
        <a:lstStyle/>
        <a:p>
          <a:endParaRPr lang="en-US"/>
        </a:p>
      </dgm:t>
    </dgm:pt>
    <dgm:pt modelId="{E14C4834-BED4-4044-8A9A-5EB7FE82D3F8}" type="sibTrans" cxnId="{B1F49099-A3D7-4C51-A99B-D126A30ECA04}">
      <dgm:prSet/>
      <dgm:spPr/>
      <dgm:t>
        <a:bodyPr/>
        <a:lstStyle/>
        <a:p>
          <a:endParaRPr lang="en-US"/>
        </a:p>
      </dgm:t>
    </dgm:pt>
    <dgm:pt modelId="{7867B346-CC9E-44CB-A117-1A1F38BDF7A9}">
      <dgm:prSet phldrT="[Text]"/>
      <dgm:spPr/>
      <dgm:t>
        <a:bodyPr/>
        <a:lstStyle/>
        <a:p>
          <a:r>
            <a:rPr lang="en-US" dirty="0" smtClean="0"/>
            <a:t>Portfolio Construction</a:t>
          </a:r>
          <a:endParaRPr lang="en-US" dirty="0"/>
        </a:p>
      </dgm:t>
    </dgm:pt>
    <dgm:pt modelId="{4D4D5D1D-406B-467E-9050-28D33A614A8D}" type="parTrans" cxnId="{DC060B8B-9C7B-4195-92CA-17E40231AC22}">
      <dgm:prSet/>
      <dgm:spPr/>
      <dgm:t>
        <a:bodyPr/>
        <a:lstStyle/>
        <a:p>
          <a:endParaRPr lang="en-US"/>
        </a:p>
      </dgm:t>
    </dgm:pt>
    <dgm:pt modelId="{205C03FA-F87F-48DC-A894-9DA2EAD33C04}" type="sibTrans" cxnId="{DC060B8B-9C7B-4195-92CA-17E40231AC22}">
      <dgm:prSet/>
      <dgm:spPr/>
      <dgm:t>
        <a:bodyPr/>
        <a:lstStyle/>
        <a:p>
          <a:endParaRPr lang="en-US"/>
        </a:p>
      </dgm:t>
    </dgm:pt>
    <dgm:pt modelId="{9BFDE9DE-5854-4C8A-8A3A-42146DC8337F}">
      <dgm:prSet phldrT="[Text]" custT="1"/>
      <dgm:spPr/>
      <dgm:t>
        <a:bodyPr/>
        <a:lstStyle/>
        <a:p>
          <a:r>
            <a:rPr lang="en-US" sz="1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“Pay by the drink” cloud service for</a:t>
          </a:r>
        </a:p>
        <a:p>
          <a:r>
            <a:rPr lang="en-US" sz="1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Financial Risk Management</a:t>
          </a:r>
          <a:endParaRPr lang="en-US" sz="14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F906776-B064-474F-8626-CE4B25C07E3F}" type="parTrans" cxnId="{273F2338-0745-457D-8357-2A0089BF1117}">
      <dgm:prSet/>
      <dgm:spPr/>
      <dgm:t>
        <a:bodyPr/>
        <a:lstStyle/>
        <a:p>
          <a:endParaRPr lang="en-US"/>
        </a:p>
      </dgm:t>
    </dgm:pt>
    <dgm:pt modelId="{0DE2D488-41B4-466C-A2B9-60AE8F96125B}" type="sibTrans" cxnId="{273F2338-0745-457D-8357-2A0089BF1117}">
      <dgm:prSet/>
      <dgm:spPr/>
      <dgm:t>
        <a:bodyPr/>
        <a:lstStyle/>
        <a:p>
          <a:endParaRPr lang="en-US"/>
        </a:p>
      </dgm:t>
    </dgm:pt>
    <dgm:pt modelId="{FFD4AA85-D9A8-41DC-807B-1681B2B0C678}" type="pres">
      <dgm:prSet presAssocID="{5C66FDC3-2A01-413D-9B40-CF9CCA3FC227}" presName="Name0" presStyleCnt="0">
        <dgm:presLayoutVars>
          <dgm:chMax val="4"/>
        </dgm:presLayoutVars>
      </dgm:prSet>
      <dgm:spPr/>
      <dgm:t>
        <a:bodyPr/>
        <a:lstStyle/>
        <a:p>
          <a:endParaRPr lang="en-US"/>
        </a:p>
      </dgm:t>
    </dgm:pt>
    <dgm:pt modelId="{3D513930-97ED-4E4E-9943-CF42B65C3D5F}" type="pres">
      <dgm:prSet presAssocID="{5C66FDC3-2A01-413D-9B40-CF9CCA3FC227}" presName="ellipse" presStyleLbl="trBgShp" presStyleIdx="0" presStyleCnt="1"/>
      <dgm:spPr/>
      <dgm:t>
        <a:bodyPr/>
        <a:lstStyle/>
        <a:p>
          <a:endParaRPr lang="en-US"/>
        </a:p>
      </dgm:t>
    </dgm:pt>
    <dgm:pt modelId="{6953BEB1-F1B0-4471-9842-CD5AA6057D87}" type="pres">
      <dgm:prSet presAssocID="{5C66FDC3-2A01-413D-9B40-CF9CCA3FC227}" presName="arrow1" presStyleLbl="fgShp" presStyleIdx="0" presStyleCnt="1"/>
      <dgm:spPr/>
      <dgm:t>
        <a:bodyPr/>
        <a:lstStyle/>
        <a:p>
          <a:endParaRPr lang="en-US"/>
        </a:p>
      </dgm:t>
    </dgm:pt>
    <dgm:pt modelId="{B02D1F6B-F0F8-4CDA-94E3-6586D70F350F}" type="pres">
      <dgm:prSet presAssocID="{5C66FDC3-2A01-413D-9B40-CF9CCA3FC227}" presName="rectangle" presStyleLbl="revTx" presStyleIdx="0" presStyleCnt="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1DEDD22-553A-454C-8CB4-8BDE2171A8D5}" type="pres">
      <dgm:prSet presAssocID="{CD699A2E-9BC6-48DA-A353-7AE5E36094C2}" presName="item1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FB823A9-59DD-41A2-BA60-E7A37DDB037D}" type="pres">
      <dgm:prSet presAssocID="{7867B346-CC9E-44CB-A117-1A1F38BDF7A9}" presName="item2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1FD6B82-684A-43EE-BA07-CF6B818CBE56}" type="pres">
      <dgm:prSet presAssocID="{9BFDE9DE-5854-4C8A-8A3A-42146DC8337F}" presName="item3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D25BB71-AE7C-42E4-8118-B058EDBDB51C}" type="pres">
      <dgm:prSet presAssocID="{5C66FDC3-2A01-413D-9B40-CF9CCA3FC227}" presName="funnel" presStyleLbl="trAlignAcc1" presStyleIdx="0" presStyleCnt="1"/>
      <dgm:spPr/>
      <dgm:t>
        <a:bodyPr/>
        <a:lstStyle/>
        <a:p>
          <a:endParaRPr lang="en-US"/>
        </a:p>
      </dgm:t>
    </dgm:pt>
  </dgm:ptLst>
  <dgm:cxnLst>
    <dgm:cxn modelId="{2AE7E93A-B8BD-411B-B984-E12F86522AC5}" srcId="{5C66FDC3-2A01-413D-9B40-CF9CCA3FC227}" destId="{F9B8E1D9-C748-48FC-A725-2E22E9830EA5}" srcOrd="0" destOrd="0" parTransId="{D297A700-36F2-47A2-A7D8-F5611AEA3310}" sibTransId="{FC0DF4C9-16DD-4481-A318-10249DBD9843}"/>
    <dgm:cxn modelId="{88AA559D-964F-4A23-83DA-28BAD02D2422}" type="presOf" srcId="{CD699A2E-9BC6-48DA-A353-7AE5E36094C2}" destId="{2FB823A9-59DD-41A2-BA60-E7A37DDB037D}" srcOrd="0" destOrd="0" presId="urn:microsoft.com/office/officeart/2005/8/layout/funnel1#1"/>
    <dgm:cxn modelId="{CC62D72D-2A78-4695-BC2F-2D02CE05A4DD}" type="presOf" srcId="{7867B346-CC9E-44CB-A117-1A1F38BDF7A9}" destId="{01DEDD22-553A-454C-8CB4-8BDE2171A8D5}" srcOrd="0" destOrd="0" presId="urn:microsoft.com/office/officeart/2005/8/layout/funnel1#1"/>
    <dgm:cxn modelId="{273F2338-0745-457D-8357-2A0089BF1117}" srcId="{5C66FDC3-2A01-413D-9B40-CF9CCA3FC227}" destId="{9BFDE9DE-5854-4C8A-8A3A-42146DC8337F}" srcOrd="3" destOrd="0" parTransId="{8F906776-B064-474F-8626-CE4B25C07E3F}" sibTransId="{0DE2D488-41B4-466C-A2B9-60AE8F96125B}"/>
    <dgm:cxn modelId="{DC060B8B-9C7B-4195-92CA-17E40231AC22}" srcId="{5C66FDC3-2A01-413D-9B40-CF9CCA3FC227}" destId="{7867B346-CC9E-44CB-A117-1A1F38BDF7A9}" srcOrd="2" destOrd="0" parTransId="{4D4D5D1D-406B-467E-9050-28D33A614A8D}" sibTransId="{205C03FA-F87F-48DC-A894-9DA2EAD33C04}"/>
    <dgm:cxn modelId="{F697751B-0608-45EE-85BE-2CD41827BC66}" type="presOf" srcId="{5C66FDC3-2A01-413D-9B40-CF9CCA3FC227}" destId="{FFD4AA85-D9A8-41DC-807B-1681B2B0C678}" srcOrd="0" destOrd="0" presId="urn:microsoft.com/office/officeart/2005/8/layout/funnel1#1"/>
    <dgm:cxn modelId="{B1F49099-A3D7-4C51-A99B-D126A30ECA04}" srcId="{5C66FDC3-2A01-413D-9B40-CF9CCA3FC227}" destId="{CD699A2E-9BC6-48DA-A353-7AE5E36094C2}" srcOrd="1" destOrd="0" parTransId="{14E9E9A3-77B2-40EA-B914-E54F8807358C}" sibTransId="{E14C4834-BED4-4044-8A9A-5EB7FE82D3F8}"/>
    <dgm:cxn modelId="{08ABA17F-DCF3-45D8-8A9F-C33B259BAF37}" type="presOf" srcId="{9BFDE9DE-5854-4C8A-8A3A-42146DC8337F}" destId="{B02D1F6B-F0F8-4CDA-94E3-6586D70F350F}" srcOrd="0" destOrd="0" presId="urn:microsoft.com/office/officeart/2005/8/layout/funnel1#1"/>
    <dgm:cxn modelId="{36643C94-694D-4870-A860-AB444686A6D2}" type="presOf" srcId="{F9B8E1D9-C748-48FC-A725-2E22E9830EA5}" destId="{51FD6B82-684A-43EE-BA07-CF6B818CBE56}" srcOrd="0" destOrd="0" presId="urn:microsoft.com/office/officeart/2005/8/layout/funnel1#1"/>
    <dgm:cxn modelId="{32687F6E-5A0A-4771-AB39-34CA8CE133B9}" type="presParOf" srcId="{FFD4AA85-D9A8-41DC-807B-1681B2B0C678}" destId="{3D513930-97ED-4E4E-9943-CF42B65C3D5F}" srcOrd="0" destOrd="0" presId="urn:microsoft.com/office/officeart/2005/8/layout/funnel1#1"/>
    <dgm:cxn modelId="{4F0277A8-B225-4B5A-86B3-89B54092C3E4}" type="presParOf" srcId="{FFD4AA85-D9A8-41DC-807B-1681B2B0C678}" destId="{6953BEB1-F1B0-4471-9842-CD5AA6057D87}" srcOrd="1" destOrd="0" presId="urn:microsoft.com/office/officeart/2005/8/layout/funnel1#1"/>
    <dgm:cxn modelId="{94AC9708-3929-47DC-A8E2-88B74035F491}" type="presParOf" srcId="{FFD4AA85-D9A8-41DC-807B-1681B2B0C678}" destId="{B02D1F6B-F0F8-4CDA-94E3-6586D70F350F}" srcOrd="2" destOrd="0" presId="urn:microsoft.com/office/officeart/2005/8/layout/funnel1#1"/>
    <dgm:cxn modelId="{7E9D7671-D203-4C57-B41F-DE20AF3D17D2}" type="presParOf" srcId="{FFD4AA85-D9A8-41DC-807B-1681B2B0C678}" destId="{01DEDD22-553A-454C-8CB4-8BDE2171A8D5}" srcOrd="3" destOrd="0" presId="urn:microsoft.com/office/officeart/2005/8/layout/funnel1#1"/>
    <dgm:cxn modelId="{64728FCE-08AE-4AC2-A21E-D2BF29C07C60}" type="presParOf" srcId="{FFD4AA85-D9A8-41DC-807B-1681B2B0C678}" destId="{2FB823A9-59DD-41A2-BA60-E7A37DDB037D}" srcOrd="4" destOrd="0" presId="urn:microsoft.com/office/officeart/2005/8/layout/funnel1#1"/>
    <dgm:cxn modelId="{C8A4BE26-97E7-4861-B839-E8D5C7211686}" type="presParOf" srcId="{FFD4AA85-D9A8-41DC-807B-1681B2B0C678}" destId="{51FD6B82-684A-43EE-BA07-CF6B818CBE56}" srcOrd="5" destOrd="0" presId="urn:microsoft.com/office/officeart/2005/8/layout/funnel1#1"/>
    <dgm:cxn modelId="{1339AA06-2CF5-41F3-B024-F90B0EC64EF5}" type="presParOf" srcId="{FFD4AA85-D9A8-41DC-807B-1681B2B0C678}" destId="{AD25BB71-AE7C-42E4-8118-B058EDBDB51C}" srcOrd="6" destOrd="0" presId="urn:microsoft.com/office/officeart/2005/8/layout/funnel1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E958356-A537-494D-AFE6-9B02C7FBC7A7}" type="doc">
      <dgm:prSet loTypeId="urn:microsoft.com/office/officeart/2005/8/layout/radial4" loCatId="relationship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BD5590D-9049-455C-986B-CF34495E2695}">
      <dgm:prSet phldrT="[Text]"/>
      <dgm:spPr/>
      <dgm:t>
        <a:bodyPr/>
        <a:lstStyle/>
        <a:p>
          <a:r>
            <a:rPr lang="en-US" dirty="0" smtClean="0"/>
            <a:t>Price of Risk</a:t>
          </a:r>
          <a:endParaRPr lang="en-US" dirty="0"/>
        </a:p>
      </dgm:t>
    </dgm:pt>
    <dgm:pt modelId="{D64BDA4F-4AC1-4B45-8D29-C08ECC67AEEB}" type="parTrans" cxnId="{8BD1BB32-1197-454A-8920-E9D74E130882}">
      <dgm:prSet/>
      <dgm:spPr/>
      <dgm:t>
        <a:bodyPr/>
        <a:lstStyle/>
        <a:p>
          <a:endParaRPr lang="en-US"/>
        </a:p>
      </dgm:t>
    </dgm:pt>
    <dgm:pt modelId="{05E9DA92-0FD6-4F95-86C2-59A083666F5D}" type="sibTrans" cxnId="{8BD1BB32-1197-454A-8920-E9D74E130882}">
      <dgm:prSet/>
      <dgm:spPr/>
      <dgm:t>
        <a:bodyPr/>
        <a:lstStyle/>
        <a:p>
          <a:endParaRPr lang="en-US"/>
        </a:p>
      </dgm:t>
    </dgm:pt>
    <dgm:pt modelId="{F3B8A8AD-C742-4F19-952A-8229531D29B3}">
      <dgm:prSet phldrT="[Text]"/>
      <dgm:spPr/>
      <dgm:t>
        <a:bodyPr/>
        <a:lstStyle/>
        <a:p>
          <a:r>
            <a:rPr lang="en-US" dirty="0" smtClean="0"/>
            <a:t>Market</a:t>
          </a:r>
          <a:endParaRPr lang="en-US" dirty="0"/>
        </a:p>
      </dgm:t>
    </dgm:pt>
    <dgm:pt modelId="{23F1AF1B-3152-4E3A-BF40-0EB2DEF91F39}" type="parTrans" cxnId="{26B29355-BC1A-46B1-BBBD-83D9D79A824A}">
      <dgm:prSet/>
      <dgm:spPr/>
      <dgm:t>
        <a:bodyPr/>
        <a:lstStyle/>
        <a:p>
          <a:endParaRPr lang="en-US"/>
        </a:p>
      </dgm:t>
    </dgm:pt>
    <dgm:pt modelId="{F5F351E1-B5B8-4C16-B1DC-2B71CC232077}" type="sibTrans" cxnId="{26B29355-BC1A-46B1-BBBD-83D9D79A824A}">
      <dgm:prSet/>
      <dgm:spPr/>
      <dgm:t>
        <a:bodyPr/>
        <a:lstStyle/>
        <a:p>
          <a:endParaRPr lang="en-US"/>
        </a:p>
      </dgm:t>
    </dgm:pt>
    <dgm:pt modelId="{493E3EF7-3080-4F97-9207-86EEAED2F9BD}">
      <dgm:prSet phldrT="[Text]"/>
      <dgm:spPr/>
      <dgm:t>
        <a:bodyPr/>
        <a:lstStyle/>
        <a:p>
          <a:r>
            <a:rPr lang="en-US" dirty="0" smtClean="0"/>
            <a:t>Regulations</a:t>
          </a:r>
          <a:endParaRPr lang="en-US" dirty="0"/>
        </a:p>
      </dgm:t>
    </dgm:pt>
    <dgm:pt modelId="{A7610A14-5555-434F-A1E0-EE951D9D3FAC}" type="parTrans" cxnId="{2C258FC1-0002-4C50-8D8B-D152D22F7B42}">
      <dgm:prSet/>
      <dgm:spPr/>
      <dgm:t>
        <a:bodyPr/>
        <a:lstStyle/>
        <a:p>
          <a:endParaRPr lang="en-US"/>
        </a:p>
      </dgm:t>
    </dgm:pt>
    <dgm:pt modelId="{B5579716-2A3A-430A-9692-AB48DDA6F1E2}" type="sibTrans" cxnId="{2C258FC1-0002-4C50-8D8B-D152D22F7B42}">
      <dgm:prSet/>
      <dgm:spPr/>
      <dgm:t>
        <a:bodyPr/>
        <a:lstStyle/>
        <a:p>
          <a:endParaRPr lang="en-US"/>
        </a:p>
      </dgm:t>
    </dgm:pt>
    <dgm:pt modelId="{338156B8-868C-4C35-99FD-9DD8BC1CA695}">
      <dgm:prSet phldrT="[Text]"/>
      <dgm:spPr/>
      <dgm:t>
        <a:bodyPr/>
        <a:lstStyle/>
        <a:p>
          <a:r>
            <a:rPr lang="en-US" dirty="0" smtClean="0"/>
            <a:t>Sentiment</a:t>
          </a:r>
          <a:endParaRPr lang="en-US" dirty="0"/>
        </a:p>
      </dgm:t>
    </dgm:pt>
    <dgm:pt modelId="{4A761AE8-6667-4662-818B-6E6302AAC697}" type="parTrans" cxnId="{1A9F35CD-FD06-4C7B-BBB7-7828B1E68760}">
      <dgm:prSet/>
      <dgm:spPr/>
      <dgm:t>
        <a:bodyPr/>
        <a:lstStyle/>
        <a:p>
          <a:endParaRPr lang="en-US"/>
        </a:p>
      </dgm:t>
    </dgm:pt>
    <dgm:pt modelId="{90553125-0071-4B50-A0B9-D602E1C961C2}" type="sibTrans" cxnId="{1A9F35CD-FD06-4C7B-BBB7-7828B1E68760}">
      <dgm:prSet/>
      <dgm:spPr/>
      <dgm:t>
        <a:bodyPr/>
        <a:lstStyle/>
        <a:p>
          <a:endParaRPr lang="en-US"/>
        </a:p>
      </dgm:t>
    </dgm:pt>
    <dgm:pt modelId="{2AEA05B0-C97B-40E1-81A0-169FE65F2D80}" type="pres">
      <dgm:prSet presAssocID="{CE958356-A537-494D-AFE6-9B02C7FBC7A7}" presName="cycle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D7B7DE6C-A529-4297-A53E-0C31959CBC32}" type="pres">
      <dgm:prSet presAssocID="{FBD5590D-9049-455C-986B-CF34495E2695}" presName="centerShape" presStyleLbl="node0" presStyleIdx="0" presStyleCnt="1"/>
      <dgm:spPr/>
      <dgm:t>
        <a:bodyPr/>
        <a:lstStyle/>
        <a:p>
          <a:endParaRPr lang="en-US"/>
        </a:p>
      </dgm:t>
    </dgm:pt>
    <dgm:pt modelId="{FB668947-469B-4595-BBCE-569FE889209C}" type="pres">
      <dgm:prSet presAssocID="{23F1AF1B-3152-4E3A-BF40-0EB2DEF91F39}" presName="parTrans" presStyleLbl="bgSibTrans2D1" presStyleIdx="0" presStyleCnt="3"/>
      <dgm:spPr/>
      <dgm:t>
        <a:bodyPr/>
        <a:lstStyle/>
        <a:p>
          <a:endParaRPr lang="en-US"/>
        </a:p>
      </dgm:t>
    </dgm:pt>
    <dgm:pt modelId="{94C5F997-DE63-482E-AF05-00760AAB08C3}" type="pres">
      <dgm:prSet presAssocID="{F3B8A8AD-C742-4F19-952A-8229531D29B3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6AE91DD-1F91-4147-962E-C95DB2D12FC9}" type="pres">
      <dgm:prSet presAssocID="{A7610A14-5555-434F-A1E0-EE951D9D3FAC}" presName="parTrans" presStyleLbl="bgSibTrans2D1" presStyleIdx="1" presStyleCnt="3"/>
      <dgm:spPr/>
      <dgm:t>
        <a:bodyPr/>
        <a:lstStyle/>
        <a:p>
          <a:endParaRPr lang="en-US"/>
        </a:p>
      </dgm:t>
    </dgm:pt>
    <dgm:pt modelId="{02D331E4-9775-463A-9ADD-605250613E10}" type="pres">
      <dgm:prSet presAssocID="{493E3EF7-3080-4F97-9207-86EEAED2F9BD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3611E55-5232-4828-928A-ACC3E9518C18}" type="pres">
      <dgm:prSet presAssocID="{4A761AE8-6667-4662-818B-6E6302AAC697}" presName="parTrans" presStyleLbl="bgSibTrans2D1" presStyleIdx="2" presStyleCnt="3"/>
      <dgm:spPr/>
      <dgm:t>
        <a:bodyPr/>
        <a:lstStyle/>
        <a:p>
          <a:endParaRPr lang="en-US"/>
        </a:p>
      </dgm:t>
    </dgm:pt>
    <dgm:pt modelId="{B57C308D-8F9B-4369-AE41-806F2BE72432}" type="pres">
      <dgm:prSet presAssocID="{338156B8-868C-4C35-99FD-9DD8BC1CA695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22E6FFF0-7BF6-4729-A292-5E065DAC124E}" type="presOf" srcId="{A7610A14-5555-434F-A1E0-EE951D9D3FAC}" destId="{06AE91DD-1F91-4147-962E-C95DB2D12FC9}" srcOrd="0" destOrd="0" presId="urn:microsoft.com/office/officeart/2005/8/layout/radial4"/>
    <dgm:cxn modelId="{A68777E4-A558-4B0C-AAF8-574939012FB3}" type="presOf" srcId="{338156B8-868C-4C35-99FD-9DD8BC1CA695}" destId="{B57C308D-8F9B-4369-AE41-806F2BE72432}" srcOrd="0" destOrd="0" presId="urn:microsoft.com/office/officeart/2005/8/layout/radial4"/>
    <dgm:cxn modelId="{2C258FC1-0002-4C50-8D8B-D152D22F7B42}" srcId="{FBD5590D-9049-455C-986B-CF34495E2695}" destId="{493E3EF7-3080-4F97-9207-86EEAED2F9BD}" srcOrd="1" destOrd="0" parTransId="{A7610A14-5555-434F-A1E0-EE951D9D3FAC}" sibTransId="{B5579716-2A3A-430A-9692-AB48DDA6F1E2}"/>
    <dgm:cxn modelId="{BCB87660-B541-4A01-B3E5-B4543403CFAE}" type="presOf" srcId="{23F1AF1B-3152-4E3A-BF40-0EB2DEF91F39}" destId="{FB668947-469B-4595-BBCE-569FE889209C}" srcOrd="0" destOrd="0" presId="urn:microsoft.com/office/officeart/2005/8/layout/radial4"/>
    <dgm:cxn modelId="{26B29355-BC1A-46B1-BBBD-83D9D79A824A}" srcId="{FBD5590D-9049-455C-986B-CF34495E2695}" destId="{F3B8A8AD-C742-4F19-952A-8229531D29B3}" srcOrd="0" destOrd="0" parTransId="{23F1AF1B-3152-4E3A-BF40-0EB2DEF91F39}" sibTransId="{F5F351E1-B5B8-4C16-B1DC-2B71CC232077}"/>
    <dgm:cxn modelId="{F8E7496A-6993-468D-B2AE-2634DCDC4828}" type="presOf" srcId="{FBD5590D-9049-455C-986B-CF34495E2695}" destId="{D7B7DE6C-A529-4297-A53E-0C31959CBC32}" srcOrd="0" destOrd="0" presId="urn:microsoft.com/office/officeart/2005/8/layout/radial4"/>
    <dgm:cxn modelId="{8BD1BB32-1197-454A-8920-E9D74E130882}" srcId="{CE958356-A537-494D-AFE6-9B02C7FBC7A7}" destId="{FBD5590D-9049-455C-986B-CF34495E2695}" srcOrd="0" destOrd="0" parTransId="{D64BDA4F-4AC1-4B45-8D29-C08ECC67AEEB}" sibTransId="{05E9DA92-0FD6-4F95-86C2-59A083666F5D}"/>
    <dgm:cxn modelId="{CEF72BEC-3904-421B-8DC6-0BE0CFA71724}" type="presOf" srcId="{493E3EF7-3080-4F97-9207-86EEAED2F9BD}" destId="{02D331E4-9775-463A-9ADD-605250613E10}" srcOrd="0" destOrd="0" presId="urn:microsoft.com/office/officeart/2005/8/layout/radial4"/>
    <dgm:cxn modelId="{A15DF122-DD50-428E-BB9F-D2AF2D434D29}" type="presOf" srcId="{F3B8A8AD-C742-4F19-952A-8229531D29B3}" destId="{94C5F997-DE63-482E-AF05-00760AAB08C3}" srcOrd="0" destOrd="0" presId="urn:microsoft.com/office/officeart/2005/8/layout/radial4"/>
    <dgm:cxn modelId="{32578DDF-32CE-4C71-B3BC-C12645072472}" type="presOf" srcId="{CE958356-A537-494D-AFE6-9B02C7FBC7A7}" destId="{2AEA05B0-C97B-40E1-81A0-169FE65F2D80}" srcOrd="0" destOrd="0" presId="urn:microsoft.com/office/officeart/2005/8/layout/radial4"/>
    <dgm:cxn modelId="{68CB774E-7FD0-4C30-B7E8-EC0CFF5A2AC9}" type="presOf" srcId="{4A761AE8-6667-4662-818B-6E6302AAC697}" destId="{03611E55-5232-4828-928A-ACC3E9518C18}" srcOrd="0" destOrd="0" presId="urn:microsoft.com/office/officeart/2005/8/layout/radial4"/>
    <dgm:cxn modelId="{1A9F35CD-FD06-4C7B-BBB7-7828B1E68760}" srcId="{FBD5590D-9049-455C-986B-CF34495E2695}" destId="{338156B8-868C-4C35-99FD-9DD8BC1CA695}" srcOrd="2" destOrd="0" parTransId="{4A761AE8-6667-4662-818B-6E6302AAC697}" sibTransId="{90553125-0071-4B50-A0B9-D602E1C961C2}"/>
    <dgm:cxn modelId="{D1C9A79F-183C-4FF7-91C8-B6EC578DCFB5}" type="presParOf" srcId="{2AEA05B0-C97B-40E1-81A0-169FE65F2D80}" destId="{D7B7DE6C-A529-4297-A53E-0C31959CBC32}" srcOrd="0" destOrd="0" presId="urn:microsoft.com/office/officeart/2005/8/layout/radial4"/>
    <dgm:cxn modelId="{F29E3BDD-17AF-4E4D-9DA5-C90F6C3F2507}" type="presParOf" srcId="{2AEA05B0-C97B-40E1-81A0-169FE65F2D80}" destId="{FB668947-469B-4595-BBCE-569FE889209C}" srcOrd="1" destOrd="0" presId="urn:microsoft.com/office/officeart/2005/8/layout/radial4"/>
    <dgm:cxn modelId="{E1098A08-BD50-4049-994A-A6886D7389A7}" type="presParOf" srcId="{2AEA05B0-C97B-40E1-81A0-169FE65F2D80}" destId="{94C5F997-DE63-482E-AF05-00760AAB08C3}" srcOrd="2" destOrd="0" presId="urn:microsoft.com/office/officeart/2005/8/layout/radial4"/>
    <dgm:cxn modelId="{2840B799-20A5-4430-873B-A677FECC85BA}" type="presParOf" srcId="{2AEA05B0-C97B-40E1-81A0-169FE65F2D80}" destId="{06AE91DD-1F91-4147-962E-C95DB2D12FC9}" srcOrd="3" destOrd="0" presId="urn:microsoft.com/office/officeart/2005/8/layout/radial4"/>
    <dgm:cxn modelId="{E96C0AAF-2343-4DF6-B179-29D1AD59B516}" type="presParOf" srcId="{2AEA05B0-C97B-40E1-81A0-169FE65F2D80}" destId="{02D331E4-9775-463A-9ADD-605250613E10}" srcOrd="4" destOrd="0" presId="urn:microsoft.com/office/officeart/2005/8/layout/radial4"/>
    <dgm:cxn modelId="{8103CE91-26AD-4226-B9A5-803D1F46F540}" type="presParOf" srcId="{2AEA05B0-C97B-40E1-81A0-169FE65F2D80}" destId="{03611E55-5232-4828-928A-ACC3E9518C18}" srcOrd="5" destOrd="0" presId="urn:microsoft.com/office/officeart/2005/8/layout/radial4"/>
    <dgm:cxn modelId="{7FB011F5-1D43-497D-B00C-683E402BB911}" type="presParOf" srcId="{2AEA05B0-C97B-40E1-81A0-169FE65F2D80}" destId="{B57C308D-8F9B-4369-AE41-806F2BE72432}" srcOrd="6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61CEB4B-F8AB-4EA2-9D71-A11D04A293F2}" type="doc">
      <dgm:prSet loTypeId="urn:microsoft.com/office/officeart/2005/8/layout/process3" loCatId="process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D80D54B-A264-4AF7-9643-086ACFDC240C}">
      <dgm:prSet phldrT="[Text]"/>
      <dgm:spPr/>
      <dgm:t>
        <a:bodyPr/>
        <a:lstStyle/>
        <a:p>
          <a:r>
            <a:rPr lang="en-US" dirty="0" smtClean="0"/>
            <a:t>Aug 2013 </a:t>
          </a:r>
          <a:br>
            <a:rPr lang="en-US" dirty="0" smtClean="0"/>
          </a:br>
          <a:r>
            <a:rPr lang="en-US" dirty="0" smtClean="0"/>
            <a:t>(Open Positions)</a:t>
          </a:r>
          <a:endParaRPr lang="en-US" dirty="0"/>
        </a:p>
      </dgm:t>
    </dgm:pt>
    <dgm:pt modelId="{BFD993D0-F061-48E7-96F3-B5FA6796258E}" type="parTrans" cxnId="{8C281292-E9B7-461E-904F-D1D4C623F28B}">
      <dgm:prSet/>
      <dgm:spPr/>
      <dgm:t>
        <a:bodyPr/>
        <a:lstStyle/>
        <a:p>
          <a:endParaRPr lang="en-US"/>
        </a:p>
      </dgm:t>
    </dgm:pt>
    <dgm:pt modelId="{8E44A573-9EFC-4361-A76E-A3C7E86E6F09}" type="sibTrans" cxnId="{8C281292-E9B7-461E-904F-D1D4C623F28B}">
      <dgm:prSet/>
      <dgm:spPr/>
      <dgm:t>
        <a:bodyPr/>
        <a:lstStyle/>
        <a:p>
          <a:endParaRPr lang="en-US"/>
        </a:p>
      </dgm:t>
    </dgm:pt>
    <dgm:pt modelId="{75B3E0C6-864D-47D2-BF91-C4509DD562BE}">
      <dgm:prSet phldrT="[Text]"/>
      <dgm:spPr/>
      <dgm:t>
        <a:bodyPr/>
        <a:lstStyle/>
        <a:p>
          <a:r>
            <a:rPr lang="en-US" dirty="0" smtClean="0"/>
            <a:t>Aug 2014</a:t>
          </a:r>
          <a:br>
            <a:rPr lang="en-US" dirty="0" smtClean="0"/>
          </a:br>
          <a:r>
            <a:rPr lang="en-US" dirty="0" smtClean="0"/>
            <a:t>(Open Mind)</a:t>
          </a:r>
          <a:endParaRPr lang="en-US" dirty="0"/>
        </a:p>
      </dgm:t>
    </dgm:pt>
    <dgm:pt modelId="{82028262-E32E-4AB1-9C09-1B29AD36A9CB}" type="parTrans" cxnId="{6D789034-8EC0-41F9-BDB2-20BDF87EE493}">
      <dgm:prSet/>
      <dgm:spPr/>
      <dgm:t>
        <a:bodyPr/>
        <a:lstStyle/>
        <a:p>
          <a:endParaRPr lang="en-US"/>
        </a:p>
      </dgm:t>
    </dgm:pt>
    <dgm:pt modelId="{5064DFDC-97AC-4C81-B96D-20C88F87C104}" type="sibTrans" cxnId="{6D789034-8EC0-41F9-BDB2-20BDF87EE493}">
      <dgm:prSet/>
      <dgm:spPr/>
      <dgm:t>
        <a:bodyPr/>
        <a:lstStyle/>
        <a:p>
          <a:endParaRPr lang="en-US"/>
        </a:p>
      </dgm:t>
    </dgm:pt>
    <dgm:pt modelId="{6C569E96-FE13-4534-A102-A6AE3B21227F}">
      <dgm:prSet phldrT="[Text]"/>
      <dgm:spPr/>
      <dgm:t>
        <a:bodyPr/>
        <a:lstStyle/>
        <a:p>
          <a:r>
            <a:rPr lang="en-US" dirty="0" smtClean="0"/>
            <a:t>Apr 2014</a:t>
          </a:r>
          <a:br>
            <a:rPr lang="en-US" dirty="0" smtClean="0"/>
          </a:br>
          <a:r>
            <a:rPr lang="en-US" dirty="0" smtClean="0"/>
            <a:t>(Open Options)</a:t>
          </a:r>
          <a:endParaRPr lang="en-US" dirty="0"/>
        </a:p>
      </dgm:t>
    </dgm:pt>
    <dgm:pt modelId="{34972A00-CE16-4231-B1C6-CEE6DFF9830E}" type="parTrans" cxnId="{57350A6C-B4CA-4C79-825B-EBD5488A1986}">
      <dgm:prSet/>
      <dgm:spPr/>
      <dgm:t>
        <a:bodyPr/>
        <a:lstStyle/>
        <a:p>
          <a:endParaRPr lang="en-US"/>
        </a:p>
      </dgm:t>
    </dgm:pt>
    <dgm:pt modelId="{33931E14-E734-4793-AAC7-1AD6758D9714}" type="sibTrans" cxnId="{57350A6C-B4CA-4C79-825B-EBD5488A1986}">
      <dgm:prSet/>
      <dgm:spPr/>
      <dgm:t>
        <a:bodyPr/>
        <a:lstStyle/>
        <a:p>
          <a:endParaRPr lang="en-US"/>
        </a:p>
      </dgm:t>
    </dgm:pt>
    <dgm:pt modelId="{3A6BE45E-AD32-4A7B-BA39-EFD05D841ED0}">
      <dgm:prSet phldrT="[Text]"/>
      <dgm:spPr/>
      <dgm:t>
        <a:bodyPr/>
        <a:lstStyle/>
        <a:p>
          <a:r>
            <a:rPr lang="en-US" dirty="0" smtClean="0"/>
            <a:t>Equity Portfolio Modeling</a:t>
          </a:r>
          <a:endParaRPr lang="en-US" dirty="0"/>
        </a:p>
      </dgm:t>
    </dgm:pt>
    <dgm:pt modelId="{8FDE22ED-AB52-463E-B8CC-3F271BB07C40}" type="parTrans" cxnId="{EBE07C07-B90D-4992-B869-93D9199DC431}">
      <dgm:prSet/>
      <dgm:spPr/>
      <dgm:t>
        <a:bodyPr/>
        <a:lstStyle/>
        <a:p>
          <a:endParaRPr lang="en-US"/>
        </a:p>
      </dgm:t>
    </dgm:pt>
    <dgm:pt modelId="{AC17102F-14DA-411D-AEA4-451861E9C681}" type="sibTrans" cxnId="{EBE07C07-B90D-4992-B869-93D9199DC431}">
      <dgm:prSet/>
      <dgm:spPr/>
      <dgm:t>
        <a:bodyPr/>
        <a:lstStyle/>
        <a:p>
          <a:endParaRPr lang="en-US"/>
        </a:p>
      </dgm:t>
    </dgm:pt>
    <dgm:pt modelId="{ABCCBE0D-0694-43A7-8FDC-D826CD16DF82}">
      <dgm:prSet phldrT="[Text]"/>
      <dgm:spPr/>
      <dgm:t>
        <a:bodyPr/>
        <a:lstStyle/>
        <a:p>
          <a:r>
            <a:rPr lang="en-US" dirty="0" smtClean="0"/>
            <a:t>Market Data Store</a:t>
          </a:r>
          <a:endParaRPr lang="en-US" dirty="0"/>
        </a:p>
      </dgm:t>
    </dgm:pt>
    <dgm:pt modelId="{A06AA2F7-0DBA-4F2C-A941-541CCC5B9B33}" type="parTrans" cxnId="{E1A76EBB-7D03-4ADB-B33F-4DD8591790F3}">
      <dgm:prSet/>
      <dgm:spPr/>
      <dgm:t>
        <a:bodyPr/>
        <a:lstStyle/>
        <a:p>
          <a:endParaRPr lang="en-US"/>
        </a:p>
      </dgm:t>
    </dgm:pt>
    <dgm:pt modelId="{2691FA88-0AEC-4C47-9643-E49E7388422C}" type="sibTrans" cxnId="{E1A76EBB-7D03-4ADB-B33F-4DD8591790F3}">
      <dgm:prSet/>
      <dgm:spPr/>
      <dgm:t>
        <a:bodyPr/>
        <a:lstStyle/>
        <a:p>
          <a:endParaRPr lang="en-US"/>
        </a:p>
      </dgm:t>
    </dgm:pt>
    <dgm:pt modelId="{2FF9D139-D4E4-44B3-A42A-B9C4C1B9C0BF}">
      <dgm:prSet phldrT="[Text]"/>
      <dgm:spPr/>
      <dgm:t>
        <a:bodyPr/>
        <a:lstStyle/>
        <a:p>
          <a:r>
            <a:rPr lang="en-US" dirty="0" smtClean="0"/>
            <a:t>Analyzer UI framework</a:t>
          </a:r>
          <a:endParaRPr lang="en-US" dirty="0"/>
        </a:p>
      </dgm:t>
    </dgm:pt>
    <dgm:pt modelId="{7D5B630D-B089-4091-8DD9-503E14088ECE}" type="parTrans" cxnId="{867C763C-18A0-440F-9283-6E0B99B9959B}">
      <dgm:prSet/>
      <dgm:spPr/>
      <dgm:t>
        <a:bodyPr/>
        <a:lstStyle/>
        <a:p>
          <a:endParaRPr lang="en-US"/>
        </a:p>
      </dgm:t>
    </dgm:pt>
    <dgm:pt modelId="{E1290CCC-165D-48E7-B339-289912C8811F}" type="sibTrans" cxnId="{867C763C-18A0-440F-9283-6E0B99B9959B}">
      <dgm:prSet/>
      <dgm:spPr/>
      <dgm:t>
        <a:bodyPr/>
        <a:lstStyle/>
        <a:p>
          <a:endParaRPr lang="en-US"/>
        </a:p>
      </dgm:t>
    </dgm:pt>
    <dgm:pt modelId="{42BD20CC-BDF6-4463-A288-266A3969E780}">
      <dgm:prSet phldrT="[Text]"/>
      <dgm:spPr/>
      <dgm:t>
        <a:bodyPr/>
        <a:lstStyle/>
        <a:p>
          <a:r>
            <a:rPr lang="en-US" dirty="0" smtClean="0"/>
            <a:t>Analysis Repository</a:t>
          </a:r>
          <a:endParaRPr lang="en-US" dirty="0"/>
        </a:p>
      </dgm:t>
    </dgm:pt>
    <dgm:pt modelId="{706EA3E1-F305-4694-9DEE-F760237D39FB}" type="parTrans" cxnId="{075C29AC-E9C2-4A4C-853D-A543B3ED31A2}">
      <dgm:prSet/>
      <dgm:spPr/>
      <dgm:t>
        <a:bodyPr/>
        <a:lstStyle/>
        <a:p>
          <a:endParaRPr lang="en-US"/>
        </a:p>
      </dgm:t>
    </dgm:pt>
    <dgm:pt modelId="{D564DE12-3DF5-477C-9C16-948DA66EE507}" type="sibTrans" cxnId="{075C29AC-E9C2-4A4C-853D-A543B3ED31A2}">
      <dgm:prSet/>
      <dgm:spPr/>
      <dgm:t>
        <a:bodyPr/>
        <a:lstStyle/>
        <a:p>
          <a:endParaRPr lang="en-US"/>
        </a:p>
      </dgm:t>
    </dgm:pt>
    <dgm:pt modelId="{04785C09-080B-4BD5-B69C-ABD17FFF25F1}">
      <dgm:prSet phldrT="[Text]"/>
      <dgm:spPr/>
      <dgm:t>
        <a:bodyPr/>
        <a:lstStyle/>
        <a:p>
          <a:r>
            <a:rPr lang="en-US" dirty="0" smtClean="0"/>
            <a:t>Workflow (BPMN 2.0)</a:t>
          </a:r>
          <a:endParaRPr lang="en-US" dirty="0"/>
        </a:p>
      </dgm:t>
    </dgm:pt>
    <dgm:pt modelId="{265EDB04-BAC1-4E29-B247-8256495C7E40}" type="parTrans" cxnId="{3A3F3722-3D1A-4B1D-B25C-7188EE158C44}">
      <dgm:prSet/>
      <dgm:spPr/>
      <dgm:t>
        <a:bodyPr/>
        <a:lstStyle/>
        <a:p>
          <a:endParaRPr lang="en-US"/>
        </a:p>
      </dgm:t>
    </dgm:pt>
    <dgm:pt modelId="{6061CB64-4AEC-4CFF-A6DA-33C4A4436EE2}" type="sibTrans" cxnId="{3A3F3722-3D1A-4B1D-B25C-7188EE158C44}">
      <dgm:prSet/>
      <dgm:spPr/>
      <dgm:t>
        <a:bodyPr/>
        <a:lstStyle/>
        <a:p>
          <a:endParaRPr lang="en-US"/>
        </a:p>
      </dgm:t>
    </dgm:pt>
    <dgm:pt modelId="{5A3F3E0A-326C-48A7-871F-F037C9B9CE83}">
      <dgm:prSet phldrT="[Text]"/>
      <dgm:spPr/>
      <dgm:t>
        <a:bodyPr/>
        <a:lstStyle/>
        <a:p>
          <a:r>
            <a:rPr lang="en-US" dirty="0" smtClean="0"/>
            <a:t>Sentiment Feed (Twitter)</a:t>
          </a:r>
          <a:endParaRPr lang="en-US" dirty="0"/>
        </a:p>
      </dgm:t>
    </dgm:pt>
    <dgm:pt modelId="{8FF6094D-254E-40DE-9BDC-3E10AC847501}" type="parTrans" cxnId="{BFDEB0E5-4C9D-41F2-AB47-CC91D5D46E9D}">
      <dgm:prSet/>
      <dgm:spPr/>
      <dgm:t>
        <a:bodyPr/>
        <a:lstStyle/>
        <a:p>
          <a:endParaRPr lang="en-US"/>
        </a:p>
      </dgm:t>
    </dgm:pt>
    <dgm:pt modelId="{2B13AD27-9DB3-4567-BE70-F1567A4F753C}" type="sibTrans" cxnId="{BFDEB0E5-4C9D-41F2-AB47-CC91D5D46E9D}">
      <dgm:prSet/>
      <dgm:spPr/>
      <dgm:t>
        <a:bodyPr/>
        <a:lstStyle/>
        <a:p>
          <a:endParaRPr lang="en-US"/>
        </a:p>
      </dgm:t>
    </dgm:pt>
    <dgm:pt modelId="{A1450F3C-FF87-47A7-8924-E852747704DB}">
      <dgm:prSet phldrT="[Text]"/>
      <dgm:spPr/>
      <dgm:t>
        <a:bodyPr/>
        <a:lstStyle/>
        <a:p>
          <a:r>
            <a:rPr lang="en-US" dirty="0" smtClean="0"/>
            <a:t>Machine Learning (Neural Network)</a:t>
          </a:r>
          <a:endParaRPr lang="en-US" dirty="0"/>
        </a:p>
      </dgm:t>
    </dgm:pt>
    <dgm:pt modelId="{0EB3EC1F-EFFF-4AC9-A24F-184CD49F5635}" type="parTrans" cxnId="{5D85FB88-48B1-42E2-84BD-AD810DBA7A68}">
      <dgm:prSet/>
      <dgm:spPr/>
      <dgm:t>
        <a:bodyPr/>
        <a:lstStyle/>
        <a:p>
          <a:endParaRPr lang="en-US"/>
        </a:p>
      </dgm:t>
    </dgm:pt>
    <dgm:pt modelId="{260BB700-3C70-4C3F-9ED2-3293CE0F4BE9}" type="sibTrans" cxnId="{5D85FB88-48B1-42E2-84BD-AD810DBA7A68}">
      <dgm:prSet/>
      <dgm:spPr/>
      <dgm:t>
        <a:bodyPr/>
        <a:lstStyle/>
        <a:p>
          <a:endParaRPr lang="en-US"/>
        </a:p>
      </dgm:t>
    </dgm:pt>
    <dgm:pt modelId="{1C3CAE02-1C1A-48AD-9A36-B2822FDBFD9E}">
      <dgm:prSet phldrT="[Text]"/>
      <dgm:spPr/>
      <dgm:t>
        <a:bodyPr/>
        <a:lstStyle/>
        <a:p>
          <a:r>
            <a:rPr lang="en-US" dirty="0" smtClean="0"/>
            <a:t>Aug 2015</a:t>
          </a:r>
          <a:br>
            <a:rPr lang="en-US" dirty="0" smtClean="0"/>
          </a:br>
          <a:r>
            <a:rPr lang="en-US" dirty="0" smtClean="0"/>
            <a:t>(Open Eyes)</a:t>
          </a:r>
          <a:endParaRPr lang="en-US" dirty="0"/>
        </a:p>
      </dgm:t>
    </dgm:pt>
    <dgm:pt modelId="{395F597A-9443-4560-BAEC-576D12CEFE92}" type="parTrans" cxnId="{919FDF6D-1718-4827-BF73-FC9ED3289198}">
      <dgm:prSet/>
      <dgm:spPr/>
      <dgm:t>
        <a:bodyPr/>
        <a:lstStyle/>
        <a:p>
          <a:endParaRPr lang="en-US"/>
        </a:p>
      </dgm:t>
    </dgm:pt>
    <dgm:pt modelId="{AB2274CF-4A80-49F0-8DC7-FC612679A744}" type="sibTrans" cxnId="{919FDF6D-1718-4827-BF73-FC9ED3289198}">
      <dgm:prSet/>
      <dgm:spPr/>
      <dgm:t>
        <a:bodyPr/>
        <a:lstStyle/>
        <a:p>
          <a:endParaRPr lang="en-US"/>
        </a:p>
      </dgm:t>
    </dgm:pt>
    <dgm:pt modelId="{ACC9ABBC-A5C4-4422-8FA0-14D2293F5868}">
      <dgm:prSet phldrT="[Text]"/>
      <dgm:spPr/>
      <dgm:t>
        <a:bodyPr/>
        <a:lstStyle/>
        <a:p>
          <a:r>
            <a:rPr lang="en-US" dirty="0" smtClean="0"/>
            <a:t>Algorithmic Trading and Investment</a:t>
          </a:r>
          <a:endParaRPr lang="en-US" dirty="0"/>
        </a:p>
      </dgm:t>
    </dgm:pt>
    <dgm:pt modelId="{079C4180-F319-45F5-AF2A-03FBF6A1F33A}" type="parTrans" cxnId="{4C58C868-F925-435E-AF16-7D3336703079}">
      <dgm:prSet/>
      <dgm:spPr/>
      <dgm:t>
        <a:bodyPr/>
        <a:lstStyle/>
        <a:p>
          <a:endParaRPr lang="en-US"/>
        </a:p>
      </dgm:t>
    </dgm:pt>
    <dgm:pt modelId="{E698F5DF-EC66-439D-9B55-41E143222C95}" type="sibTrans" cxnId="{4C58C868-F925-435E-AF16-7D3336703079}">
      <dgm:prSet/>
      <dgm:spPr/>
      <dgm:t>
        <a:bodyPr/>
        <a:lstStyle/>
        <a:p>
          <a:endParaRPr lang="en-US"/>
        </a:p>
      </dgm:t>
    </dgm:pt>
    <dgm:pt modelId="{1D962B4C-8637-4AB6-8F6A-A02C9A12D911}">
      <dgm:prSet phldrT="[Text]"/>
      <dgm:spPr/>
      <dgm:t>
        <a:bodyPr/>
        <a:lstStyle/>
        <a:p>
          <a:r>
            <a:rPr lang="en-US" dirty="0" smtClean="0"/>
            <a:t>Equity Options</a:t>
          </a:r>
          <a:endParaRPr lang="en-US" dirty="0"/>
        </a:p>
      </dgm:t>
    </dgm:pt>
    <dgm:pt modelId="{02FCD9AB-677E-4492-8928-C6D38DE07892}" type="parTrans" cxnId="{228E93E6-0774-4E6A-9B26-ED2139424C61}">
      <dgm:prSet/>
      <dgm:spPr/>
      <dgm:t>
        <a:bodyPr/>
        <a:lstStyle/>
        <a:p>
          <a:endParaRPr lang="en-US"/>
        </a:p>
      </dgm:t>
    </dgm:pt>
    <dgm:pt modelId="{0178877C-6897-46D0-BB03-3CA1D6B340CC}" type="sibTrans" cxnId="{228E93E6-0774-4E6A-9B26-ED2139424C61}">
      <dgm:prSet/>
      <dgm:spPr/>
      <dgm:t>
        <a:bodyPr/>
        <a:lstStyle/>
        <a:p>
          <a:endParaRPr lang="en-US"/>
        </a:p>
      </dgm:t>
    </dgm:pt>
    <dgm:pt modelId="{29B129E9-B740-4E3C-A627-61F9BE488F8D}">
      <dgm:prSet phldrT="[Text]"/>
      <dgm:spPr/>
      <dgm:t>
        <a:bodyPr/>
        <a:lstStyle/>
        <a:p>
          <a:r>
            <a:rPr lang="en-US" dirty="0" smtClean="0"/>
            <a:t>Genetic Programming Algorithms</a:t>
          </a:r>
          <a:endParaRPr lang="en-US" dirty="0"/>
        </a:p>
      </dgm:t>
    </dgm:pt>
    <dgm:pt modelId="{4EC1C845-8027-4B40-855E-722EF6B2C8D5}" type="parTrans" cxnId="{88F15408-C455-41D4-BF24-D1D6DDD4BF8F}">
      <dgm:prSet/>
      <dgm:spPr/>
      <dgm:t>
        <a:bodyPr/>
        <a:lstStyle/>
        <a:p>
          <a:endParaRPr lang="en-US"/>
        </a:p>
      </dgm:t>
    </dgm:pt>
    <dgm:pt modelId="{15220166-761A-4011-A052-CCD8F7132928}" type="sibTrans" cxnId="{88F15408-C455-41D4-BF24-D1D6DDD4BF8F}">
      <dgm:prSet/>
      <dgm:spPr/>
      <dgm:t>
        <a:bodyPr/>
        <a:lstStyle/>
        <a:p>
          <a:endParaRPr lang="en-US"/>
        </a:p>
      </dgm:t>
    </dgm:pt>
    <dgm:pt modelId="{EC7DED0F-D394-47D7-B936-A304E4F24BB8}">
      <dgm:prSet phldrT="[Text]"/>
      <dgm:spPr/>
      <dgm:t>
        <a:bodyPr/>
        <a:lstStyle/>
        <a:p>
          <a:r>
            <a:rPr lang="en-US" dirty="0" smtClean="0"/>
            <a:t>Automatic Monitoring</a:t>
          </a:r>
          <a:endParaRPr lang="en-US" dirty="0"/>
        </a:p>
      </dgm:t>
    </dgm:pt>
    <dgm:pt modelId="{C72EB5BD-1183-48A0-B011-6477DAFFF9F6}" type="parTrans" cxnId="{2879FB5B-1449-48CC-B368-8984FCCDDAF8}">
      <dgm:prSet/>
      <dgm:spPr/>
      <dgm:t>
        <a:bodyPr/>
        <a:lstStyle/>
        <a:p>
          <a:endParaRPr lang="en-US"/>
        </a:p>
      </dgm:t>
    </dgm:pt>
    <dgm:pt modelId="{AE56A096-3B0D-4D9A-80A1-A6DE9F648488}" type="sibTrans" cxnId="{2879FB5B-1449-48CC-B368-8984FCCDDAF8}">
      <dgm:prSet/>
      <dgm:spPr/>
      <dgm:t>
        <a:bodyPr/>
        <a:lstStyle/>
        <a:p>
          <a:endParaRPr lang="en-US"/>
        </a:p>
      </dgm:t>
    </dgm:pt>
    <dgm:pt modelId="{47C3126E-77C4-43B1-8B98-04B737026C6C}">
      <dgm:prSet phldrT="[Text]"/>
      <dgm:spPr/>
      <dgm:t>
        <a:bodyPr/>
        <a:lstStyle/>
        <a:p>
          <a:r>
            <a:rPr lang="en-US" dirty="0" smtClean="0"/>
            <a:t>Strategy Generation</a:t>
          </a:r>
          <a:endParaRPr lang="en-US" dirty="0"/>
        </a:p>
      </dgm:t>
    </dgm:pt>
    <dgm:pt modelId="{D5B77B23-FB40-4838-B1E6-76F8B09E65A8}" type="parTrans" cxnId="{2F687985-D590-4195-804B-B29D050E73FF}">
      <dgm:prSet/>
      <dgm:spPr/>
      <dgm:t>
        <a:bodyPr/>
        <a:lstStyle/>
        <a:p>
          <a:endParaRPr lang="en-US"/>
        </a:p>
      </dgm:t>
    </dgm:pt>
    <dgm:pt modelId="{88F2F41E-4FC0-437A-A130-52BBDF736421}" type="sibTrans" cxnId="{2F687985-D590-4195-804B-B29D050E73FF}">
      <dgm:prSet/>
      <dgm:spPr/>
      <dgm:t>
        <a:bodyPr/>
        <a:lstStyle/>
        <a:p>
          <a:endParaRPr lang="en-US"/>
        </a:p>
      </dgm:t>
    </dgm:pt>
    <dgm:pt modelId="{3B69F22A-260C-43A3-9BC9-3B89F89B49C7}" type="pres">
      <dgm:prSet presAssocID="{B61CEB4B-F8AB-4EA2-9D71-A11D04A293F2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FE82D1F-618E-49C9-A77B-8390A8BDD33B}" type="pres">
      <dgm:prSet presAssocID="{AD80D54B-A264-4AF7-9643-086ACFDC240C}" presName="composite" presStyleCnt="0"/>
      <dgm:spPr/>
      <dgm:t>
        <a:bodyPr/>
        <a:lstStyle/>
        <a:p>
          <a:endParaRPr lang="en-US"/>
        </a:p>
      </dgm:t>
    </dgm:pt>
    <dgm:pt modelId="{20B466A6-903E-43E2-8E0B-456E2290BE42}" type="pres">
      <dgm:prSet presAssocID="{AD80D54B-A264-4AF7-9643-086ACFDC240C}" presName="parTx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E91C442-7A40-416C-97D0-2D1EDC5ACAE8}" type="pres">
      <dgm:prSet presAssocID="{AD80D54B-A264-4AF7-9643-086ACFDC240C}" presName="parSh" presStyleLbl="node1" presStyleIdx="0" presStyleCnt="4"/>
      <dgm:spPr/>
      <dgm:t>
        <a:bodyPr/>
        <a:lstStyle/>
        <a:p>
          <a:endParaRPr lang="en-US"/>
        </a:p>
      </dgm:t>
    </dgm:pt>
    <dgm:pt modelId="{7A7FA498-31EF-4BC3-B6BB-ADB35275FB7D}" type="pres">
      <dgm:prSet presAssocID="{AD80D54B-A264-4AF7-9643-086ACFDC240C}" presName="desTx" presStyleLbl="fgAcc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7D8455D-9A5F-45B8-A406-389E432A9ADC}" type="pres">
      <dgm:prSet presAssocID="{8E44A573-9EFC-4361-A76E-A3C7E86E6F09}" presName="sibTrans" presStyleLbl="sibTrans2D1" presStyleIdx="0" presStyleCnt="3"/>
      <dgm:spPr/>
      <dgm:t>
        <a:bodyPr/>
        <a:lstStyle/>
        <a:p>
          <a:endParaRPr lang="en-US"/>
        </a:p>
      </dgm:t>
    </dgm:pt>
    <dgm:pt modelId="{D4403C3F-0C94-4AB6-84E4-2D785482D0F1}" type="pres">
      <dgm:prSet presAssocID="{8E44A573-9EFC-4361-A76E-A3C7E86E6F09}" presName="connTx" presStyleLbl="sibTrans2D1" presStyleIdx="0" presStyleCnt="3"/>
      <dgm:spPr/>
      <dgm:t>
        <a:bodyPr/>
        <a:lstStyle/>
        <a:p>
          <a:endParaRPr lang="en-US"/>
        </a:p>
      </dgm:t>
    </dgm:pt>
    <dgm:pt modelId="{8E183513-6298-4930-95C2-4723B241D409}" type="pres">
      <dgm:prSet presAssocID="{6C569E96-FE13-4534-A102-A6AE3B21227F}" presName="composite" presStyleCnt="0"/>
      <dgm:spPr/>
      <dgm:t>
        <a:bodyPr/>
        <a:lstStyle/>
        <a:p>
          <a:endParaRPr lang="en-US"/>
        </a:p>
      </dgm:t>
    </dgm:pt>
    <dgm:pt modelId="{B4807CA4-4BEF-43AC-AF30-11EF11E852DF}" type="pres">
      <dgm:prSet presAssocID="{6C569E96-FE13-4534-A102-A6AE3B21227F}" presName="parTx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CF91E8B-3686-4030-9DE9-DF15F9658D97}" type="pres">
      <dgm:prSet presAssocID="{6C569E96-FE13-4534-A102-A6AE3B21227F}" presName="parSh" presStyleLbl="node1" presStyleIdx="1" presStyleCnt="4"/>
      <dgm:spPr/>
      <dgm:t>
        <a:bodyPr/>
        <a:lstStyle/>
        <a:p>
          <a:endParaRPr lang="en-US"/>
        </a:p>
      </dgm:t>
    </dgm:pt>
    <dgm:pt modelId="{6CA435D9-4BF5-4596-8138-A7F06827D255}" type="pres">
      <dgm:prSet presAssocID="{6C569E96-FE13-4534-A102-A6AE3B21227F}" presName="desTx" presStyleLbl="fgAcc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FA5943A-9729-4D4A-9D50-EC9ADB635C8F}" type="pres">
      <dgm:prSet presAssocID="{33931E14-E734-4793-AAC7-1AD6758D9714}" presName="sibTrans" presStyleLbl="sibTrans2D1" presStyleIdx="1" presStyleCnt="3"/>
      <dgm:spPr/>
      <dgm:t>
        <a:bodyPr/>
        <a:lstStyle/>
        <a:p>
          <a:endParaRPr lang="en-US"/>
        </a:p>
      </dgm:t>
    </dgm:pt>
    <dgm:pt modelId="{362CE78E-B1B8-49AB-9E6F-9F4F75F5FD37}" type="pres">
      <dgm:prSet presAssocID="{33931E14-E734-4793-AAC7-1AD6758D9714}" presName="connTx" presStyleLbl="sibTrans2D1" presStyleIdx="1" presStyleCnt="3"/>
      <dgm:spPr/>
      <dgm:t>
        <a:bodyPr/>
        <a:lstStyle/>
        <a:p>
          <a:endParaRPr lang="en-US"/>
        </a:p>
      </dgm:t>
    </dgm:pt>
    <dgm:pt modelId="{BCAF84F6-CA22-483B-ABAD-9FF1AE602045}" type="pres">
      <dgm:prSet presAssocID="{75B3E0C6-864D-47D2-BF91-C4509DD562BE}" presName="composite" presStyleCnt="0"/>
      <dgm:spPr/>
      <dgm:t>
        <a:bodyPr/>
        <a:lstStyle/>
        <a:p>
          <a:endParaRPr lang="en-US"/>
        </a:p>
      </dgm:t>
    </dgm:pt>
    <dgm:pt modelId="{03034E63-3F42-4141-8768-14F5FE4CC9C5}" type="pres">
      <dgm:prSet presAssocID="{75B3E0C6-864D-47D2-BF91-C4509DD562BE}" presName="parTx" presStyleLbl="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AB49BEF-32FB-4F0B-BD83-71146F511D2C}" type="pres">
      <dgm:prSet presAssocID="{75B3E0C6-864D-47D2-BF91-C4509DD562BE}" presName="parSh" presStyleLbl="node1" presStyleIdx="2" presStyleCnt="4"/>
      <dgm:spPr/>
      <dgm:t>
        <a:bodyPr/>
        <a:lstStyle/>
        <a:p>
          <a:endParaRPr lang="en-US"/>
        </a:p>
      </dgm:t>
    </dgm:pt>
    <dgm:pt modelId="{A147FEDC-E22B-4C4B-A851-E80FDE8654E6}" type="pres">
      <dgm:prSet presAssocID="{75B3E0C6-864D-47D2-BF91-C4509DD562BE}" presName="desTx" presStyleLbl="fgAcc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9911D69-181D-4CA5-8590-9ECF2E454815}" type="pres">
      <dgm:prSet presAssocID="{5064DFDC-97AC-4C81-B96D-20C88F87C104}" presName="sibTrans" presStyleLbl="sibTrans2D1" presStyleIdx="2" presStyleCnt="3"/>
      <dgm:spPr/>
      <dgm:t>
        <a:bodyPr/>
        <a:lstStyle/>
        <a:p>
          <a:endParaRPr lang="en-US"/>
        </a:p>
      </dgm:t>
    </dgm:pt>
    <dgm:pt modelId="{69240CDF-F5EB-421D-9BFF-6388817B09AB}" type="pres">
      <dgm:prSet presAssocID="{5064DFDC-97AC-4C81-B96D-20C88F87C104}" presName="connTx" presStyleLbl="sibTrans2D1" presStyleIdx="2" presStyleCnt="3"/>
      <dgm:spPr/>
      <dgm:t>
        <a:bodyPr/>
        <a:lstStyle/>
        <a:p>
          <a:endParaRPr lang="en-US"/>
        </a:p>
      </dgm:t>
    </dgm:pt>
    <dgm:pt modelId="{110CE656-94E8-49C0-A454-F6CBD10A5BE5}" type="pres">
      <dgm:prSet presAssocID="{1C3CAE02-1C1A-48AD-9A36-B2822FDBFD9E}" presName="composite" presStyleCnt="0"/>
      <dgm:spPr/>
      <dgm:t>
        <a:bodyPr/>
        <a:lstStyle/>
        <a:p>
          <a:endParaRPr lang="en-US"/>
        </a:p>
      </dgm:t>
    </dgm:pt>
    <dgm:pt modelId="{83A31CD4-A1A0-40D0-8D9E-80186B60DA2D}" type="pres">
      <dgm:prSet presAssocID="{1C3CAE02-1C1A-48AD-9A36-B2822FDBFD9E}" presName="parTx" presStyleLbl="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D17F6BE-EFF0-498E-A26D-31CCF5918832}" type="pres">
      <dgm:prSet presAssocID="{1C3CAE02-1C1A-48AD-9A36-B2822FDBFD9E}" presName="parSh" presStyleLbl="node1" presStyleIdx="3" presStyleCnt="4"/>
      <dgm:spPr/>
      <dgm:t>
        <a:bodyPr/>
        <a:lstStyle/>
        <a:p>
          <a:endParaRPr lang="en-US"/>
        </a:p>
      </dgm:t>
    </dgm:pt>
    <dgm:pt modelId="{B9073262-5466-4251-B38A-465D00743F5C}" type="pres">
      <dgm:prSet presAssocID="{1C3CAE02-1C1A-48AD-9A36-B2822FDBFD9E}" presName="desTx" presStyleLbl="fgAcc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8C281292-E9B7-461E-904F-D1D4C623F28B}" srcId="{B61CEB4B-F8AB-4EA2-9D71-A11D04A293F2}" destId="{AD80D54B-A264-4AF7-9643-086ACFDC240C}" srcOrd="0" destOrd="0" parTransId="{BFD993D0-F061-48E7-96F3-B5FA6796258E}" sibTransId="{8E44A573-9EFC-4361-A76E-A3C7E86E6F09}"/>
    <dgm:cxn modelId="{867C763C-18A0-440F-9283-6E0B99B9959B}" srcId="{AD80D54B-A264-4AF7-9643-086ACFDC240C}" destId="{2FF9D139-D4E4-44B3-A42A-B9C4C1B9C0BF}" srcOrd="2" destOrd="0" parTransId="{7D5B630D-B089-4091-8DD9-503E14088ECE}" sibTransId="{E1290CCC-165D-48E7-B339-289912C8811F}"/>
    <dgm:cxn modelId="{228E93E6-0774-4E6A-9B26-ED2139424C61}" srcId="{6C569E96-FE13-4534-A102-A6AE3B21227F}" destId="{1D962B4C-8637-4AB6-8F6A-A02C9A12D911}" srcOrd="0" destOrd="0" parTransId="{02FCD9AB-677E-4492-8928-C6D38DE07892}" sibTransId="{0178877C-6897-46D0-BB03-3CA1D6B340CC}"/>
    <dgm:cxn modelId="{6D789034-8EC0-41F9-BDB2-20BDF87EE493}" srcId="{B61CEB4B-F8AB-4EA2-9D71-A11D04A293F2}" destId="{75B3E0C6-864D-47D2-BF91-C4509DD562BE}" srcOrd="2" destOrd="0" parTransId="{82028262-E32E-4AB1-9C09-1B29AD36A9CB}" sibTransId="{5064DFDC-97AC-4C81-B96D-20C88F87C104}"/>
    <dgm:cxn modelId="{2879FB5B-1449-48CC-B368-8984FCCDDAF8}" srcId="{1C3CAE02-1C1A-48AD-9A36-B2822FDBFD9E}" destId="{EC7DED0F-D394-47D7-B936-A304E4F24BB8}" srcOrd="1" destOrd="0" parTransId="{C72EB5BD-1183-48A0-B011-6477DAFFF9F6}" sibTransId="{AE56A096-3B0D-4D9A-80A1-A6DE9F648488}"/>
    <dgm:cxn modelId="{42E76B2C-F769-47C7-BFB5-39D5850474D5}" type="presOf" srcId="{ABCCBE0D-0694-43A7-8FDC-D826CD16DF82}" destId="{7A7FA498-31EF-4BC3-B6BB-ADB35275FB7D}" srcOrd="0" destOrd="1" presId="urn:microsoft.com/office/officeart/2005/8/layout/process3"/>
    <dgm:cxn modelId="{E1A76EBB-7D03-4ADB-B33F-4DD8591790F3}" srcId="{AD80D54B-A264-4AF7-9643-086ACFDC240C}" destId="{ABCCBE0D-0694-43A7-8FDC-D826CD16DF82}" srcOrd="1" destOrd="0" parTransId="{A06AA2F7-0DBA-4F2C-A941-541CCC5B9B33}" sibTransId="{2691FA88-0AEC-4C47-9643-E49E7388422C}"/>
    <dgm:cxn modelId="{C83BDF56-6BA6-457F-AAE5-79663CB09AB5}" type="presOf" srcId="{42BD20CC-BDF6-4463-A288-266A3969E780}" destId="{6CA435D9-4BF5-4596-8138-A7F06827D255}" srcOrd="0" destOrd="1" presId="urn:microsoft.com/office/officeart/2005/8/layout/process3"/>
    <dgm:cxn modelId="{C69BAF85-B0D9-4DDA-870A-08F92078F6B2}" type="presOf" srcId="{47C3126E-77C4-43B1-8B98-04B737026C6C}" destId="{B9073262-5466-4251-B38A-465D00743F5C}" srcOrd="0" destOrd="2" presId="urn:microsoft.com/office/officeart/2005/8/layout/process3"/>
    <dgm:cxn modelId="{810A725D-ACD9-462A-89B5-D9C1AB8CB03D}" type="presOf" srcId="{5A3F3E0A-326C-48A7-871F-F037C9B9CE83}" destId="{6CA435D9-4BF5-4596-8138-A7F06827D255}" srcOrd="0" destOrd="3" presId="urn:microsoft.com/office/officeart/2005/8/layout/process3"/>
    <dgm:cxn modelId="{B1C5DF10-9FBF-4CDD-A4BC-264A41D64CDA}" type="presOf" srcId="{33931E14-E734-4793-AAC7-1AD6758D9714}" destId="{EFA5943A-9729-4D4A-9D50-EC9ADB635C8F}" srcOrd="0" destOrd="0" presId="urn:microsoft.com/office/officeart/2005/8/layout/process3"/>
    <dgm:cxn modelId="{BFDEB0E5-4C9D-41F2-AB47-CC91D5D46E9D}" srcId="{6C569E96-FE13-4534-A102-A6AE3B21227F}" destId="{5A3F3E0A-326C-48A7-871F-F037C9B9CE83}" srcOrd="3" destOrd="0" parTransId="{8FF6094D-254E-40DE-9BDC-3E10AC847501}" sibTransId="{2B13AD27-9DB3-4567-BE70-F1567A4F753C}"/>
    <dgm:cxn modelId="{A3088EC2-D75A-4433-AABC-D25E59A9761E}" type="presOf" srcId="{8E44A573-9EFC-4361-A76E-A3C7E86E6F09}" destId="{D4403C3F-0C94-4AB6-84E4-2D785482D0F1}" srcOrd="1" destOrd="0" presId="urn:microsoft.com/office/officeart/2005/8/layout/process3"/>
    <dgm:cxn modelId="{88F15408-C455-41D4-BF24-D1D6DDD4BF8F}" srcId="{75B3E0C6-864D-47D2-BF91-C4509DD562BE}" destId="{29B129E9-B740-4E3C-A627-61F9BE488F8D}" srcOrd="1" destOrd="0" parTransId="{4EC1C845-8027-4B40-855E-722EF6B2C8D5}" sibTransId="{15220166-761A-4011-A052-CCD8F7132928}"/>
    <dgm:cxn modelId="{09948C85-3D80-4E90-98F5-0FD9AE2A5C4F}" type="presOf" srcId="{ACC9ABBC-A5C4-4422-8FA0-14D2293F5868}" destId="{B9073262-5466-4251-B38A-465D00743F5C}" srcOrd="0" destOrd="0" presId="urn:microsoft.com/office/officeart/2005/8/layout/process3"/>
    <dgm:cxn modelId="{569D72EE-6372-43B2-8636-B03EA12F78D4}" type="presOf" srcId="{1C3CAE02-1C1A-48AD-9A36-B2822FDBFD9E}" destId="{83A31CD4-A1A0-40D0-8D9E-80186B60DA2D}" srcOrd="0" destOrd="0" presId="urn:microsoft.com/office/officeart/2005/8/layout/process3"/>
    <dgm:cxn modelId="{426265DD-0F62-4BF6-9B89-88E4BFB5003F}" type="presOf" srcId="{5064DFDC-97AC-4C81-B96D-20C88F87C104}" destId="{69240CDF-F5EB-421D-9BFF-6388817B09AB}" srcOrd="1" destOrd="0" presId="urn:microsoft.com/office/officeart/2005/8/layout/process3"/>
    <dgm:cxn modelId="{7B9CD630-6AAA-4E2A-90AD-33365450A5BD}" type="presOf" srcId="{A1450F3C-FF87-47A7-8924-E852747704DB}" destId="{A147FEDC-E22B-4C4B-A851-E80FDE8654E6}" srcOrd="0" destOrd="0" presId="urn:microsoft.com/office/officeart/2005/8/layout/process3"/>
    <dgm:cxn modelId="{2502587E-3445-4C38-8BCF-FEEB75979A3C}" type="presOf" srcId="{3A6BE45E-AD32-4A7B-BA39-EFD05D841ED0}" destId="{7A7FA498-31EF-4BC3-B6BB-ADB35275FB7D}" srcOrd="0" destOrd="0" presId="urn:microsoft.com/office/officeart/2005/8/layout/process3"/>
    <dgm:cxn modelId="{0C07397D-7327-4241-BB22-EA4B3C71F093}" type="presOf" srcId="{04785C09-080B-4BD5-B69C-ABD17FFF25F1}" destId="{6CA435D9-4BF5-4596-8138-A7F06827D255}" srcOrd="0" destOrd="2" presId="urn:microsoft.com/office/officeart/2005/8/layout/process3"/>
    <dgm:cxn modelId="{4C58C868-F925-435E-AF16-7D3336703079}" srcId="{1C3CAE02-1C1A-48AD-9A36-B2822FDBFD9E}" destId="{ACC9ABBC-A5C4-4422-8FA0-14D2293F5868}" srcOrd="0" destOrd="0" parTransId="{079C4180-F319-45F5-AF2A-03FBF6A1F33A}" sibTransId="{E698F5DF-EC66-439D-9B55-41E143222C95}"/>
    <dgm:cxn modelId="{DB5AF753-0999-41CC-BFAC-D49774E5C71C}" type="presOf" srcId="{AD80D54B-A264-4AF7-9643-086ACFDC240C}" destId="{BE91C442-7A40-416C-97D0-2D1EDC5ACAE8}" srcOrd="1" destOrd="0" presId="urn:microsoft.com/office/officeart/2005/8/layout/process3"/>
    <dgm:cxn modelId="{DC11A434-5E5A-46EC-BE70-D0588AE57FF7}" type="presOf" srcId="{B61CEB4B-F8AB-4EA2-9D71-A11D04A293F2}" destId="{3B69F22A-260C-43A3-9BC9-3B89F89B49C7}" srcOrd="0" destOrd="0" presId="urn:microsoft.com/office/officeart/2005/8/layout/process3"/>
    <dgm:cxn modelId="{ADAC59D6-8130-4BEB-AE05-BEC58C36259A}" type="presOf" srcId="{6C569E96-FE13-4534-A102-A6AE3B21227F}" destId="{6CF91E8B-3686-4030-9DE9-DF15F9658D97}" srcOrd="1" destOrd="0" presId="urn:microsoft.com/office/officeart/2005/8/layout/process3"/>
    <dgm:cxn modelId="{5D85FB88-48B1-42E2-84BD-AD810DBA7A68}" srcId="{75B3E0C6-864D-47D2-BF91-C4509DD562BE}" destId="{A1450F3C-FF87-47A7-8924-E852747704DB}" srcOrd="0" destOrd="0" parTransId="{0EB3EC1F-EFFF-4AC9-A24F-184CD49F5635}" sibTransId="{260BB700-3C70-4C3F-9ED2-3293CE0F4BE9}"/>
    <dgm:cxn modelId="{C4C99033-9167-48FD-99D1-27F78B698A7E}" type="presOf" srcId="{5064DFDC-97AC-4C81-B96D-20C88F87C104}" destId="{39911D69-181D-4CA5-8590-9ECF2E454815}" srcOrd="0" destOrd="0" presId="urn:microsoft.com/office/officeart/2005/8/layout/process3"/>
    <dgm:cxn modelId="{85EF8F0E-4CA1-4065-9F1D-770C0E5B2A71}" type="presOf" srcId="{75B3E0C6-864D-47D2-BF91-C4509DD562BE}" destId="{03034E63-3F42-4141-8768-14F5FE4CC9C5}" srcOrd="0" destOrd="0" presId="urn:microsoft.com/office/officeart/2005/8/layout/process3"/>
    <dgm:cxn modelId="{0ACB0A7D-9292-4468-ADFC-37C919E0998E}" type="presOf" srcId="{AD80D54B-A264-4AF7-9643-086ACFDC240C}" destId="{20B466A6-903E-43E2-8E0B-456E2290BE42}" srcOrd="0" destOrd="0" presId="urn:microsoft.com/office/officeart/2005/8/layout/process3"/>
    <dgm:cxn modelId="{E7C7E8D2-B881-42CB-8A42-62B0956E641F}" type="presOf" srcId="{29B129E9-B740-4E3C-A627-61F9BE488F8D}" destId="{A147FEDC-E22B-4C4B-A851-E80FDE8654E6}" srcOrd="0" destOrd="1" presId="urn:microsoft.com/office/officeart/2005/8/layout/process3"/>
    <dgm:cxn modelId="{EBE07C07-B90D-4992-B869-93D9199DC431}" srcId="{AD80D54B-A264-4AF7-9643-086ACFDC240C}" destId="{3A6BE45E-AD32-4A7B-BA39-EFD05D841ED0}" srcOrd="0" destOrd="0" parTransId="{8FDE22ED-AB52-463E-B8CC-3F271BB07C40}" sibTransId="{AC17102F-14DA-411D-AEA4-451861E9C681}"/>
    <dgm:cxn modelId="{4EE9F26F-02FE-40DB-AE33-98D1655DF331}" type="presOf" srcId="{EC7DED0F-D394-47D7-B936-A304E4F24BB8}" destId="{B9073262-5466-4251-B38A-465D00743F5C}" srcOrd="0" destOrd="1" presId="urn:microsoft.com/office/officeart/2005/8/layout/process3"/>
    <dgm:cxn modelId="{919FDF6D-1718-4827-BF73-FC9ED3289198}" srcId="{B61CEB4B-F8AB-4EA2-9D71-A11D04A293F2}" destId="{1C3CAE02-1C1A-48AD-9A36-B2822FDBFD9E}" srcOrd="3" destOrd="0" parTransId="{395F597A-9443-4560-BAEC-576D12CEFE92}" sibTransId="{AB2274CF-4A80-49F0-8DC7-FC612679A744}"/>
    <dgm:cxn modelId="{4F351B75-BDC4-48F7-B950-C7CB67994732}" type="presOf" srcId="{2FF9D139-D4E4-44B3-A42A-B9C4C1B9C0BF}" destId="{7A7FA498-31EF-4BC3-B6BB-ADB35275FB7D}" srcOrd="0" destOrd="2" presId="urn:microsoft.com/office/officeart/2005/8/layout/process3"/>
    <dgm:cxn modelId="{3A3F3722-3D1A-4B1D-B25C-7188EE158C44}" srcId="{6C569E96-FE13-4534-A102-A6AE3B21227F}" destId="{04785C09-080B-4BD5-B69C-ABD17FFF25F1}" srcOrd="2" destOrd="0" parTransId="{265EDB04-BAC1-4E29-B247-8256495C7E40}" sibTransId="{6061CB64-4AEC-4CFF-A6DA-33C4A4436EE2}"/>
    <dgm:cxn modelId="{3A3A13F8-6753-4E2D-AD00-B91A3CED0D73}" type="presOf" srcId="{6C569E96-FE13-4534-A102-A6AE3B21227F}" destId="{B4807CA4-4BEF-43AC-AF30-11EF11E852DF}" srcOrd="0" destOrd="0" presId="urn:microsoft.com/office/officeart/2005/8/layout/process3"/>
    <dgm:cxn modelId="{CD8676E8-A146-425E-9DBC-1C4656ECDAFB}" type="presOf" srcId="{75B3E0C6-864D-47D2-BF91-C4509DD562BE}" destId="{FAB49BEF-32FB-4F0B-BD83-71146F511D2C}" srcOrd="1" destOrd="0" presId="urn:microsoft.com/office/officeart/2005/8/layout/process3"/>
    <dgm:cxn modelId="{075C29AC-E9C2-4A4C-853D-A543B3ED31A2}" srcId="{6C569E96-FE13-4534-A102-A6AE3B21227F}" destId="{42BD20CC-BDF6-4463-A288-266A3969E780}" srcOrd="1" destOrd="0" parTransId="{706EA3E1-F305-4694-9DEE-F760237D39FB}" sibTransId="{D564DE12-3DF5-477C-9C16-948DA66EE507}"/>
    <dgm:cxn modelId="{57350A6C-B4CA-4C79-825B-EBD5488A1986}" srcId="{B61CEB4B-F8AB-4EA2-9D71-A11D04A293F2}" destId="{6C569E96-FE13-4534-A102-A6AE3B21227F}" srcOrd="1" destOrd="0" parTransId="{34972A00-CE16-4231-B1C6-CEE6DFF9830E}" sibTransId="{33931E14-E734-4793-AAC7-1AD6758D9714}"/>
    <dgm:cxn modelId="{1C2DFEEC-3C7C-49A3-B318-D6D3F67B782F}" type="presOf" srcId="{33931E14-E734-4793-AAC7-1AD6758D9714}" destId="{362CE78E-B1B8-49AB-9E6F-9F4F75F5FD37}" srcOrd="1" destOrd="0" presId="urn:microsoft.com/office/officeart/2005/8/layout/process3"/>
    <dgm:cxn modelId="{4C7B17C1-84DF-496B-AF59-C0EE623E35BA}" type="presOf" srcId="{1D962B4C-8637-4AB6-8F6A-A02C9A12D911}" destId="{6CA435D9-4BF5-4596-8138-A7F06827D255}" srcOrd="0" destOrd="0" presId="urn:microsoft.com/office/officeart/2005/8/layout/process3"/>
    <dgm:cxn modelId="{2F687985-D590-4195-804B-B29D050E73FF}" srcId="{1C3CAE02-1C1A-48AD-9A36-B2822FDBFD9E}" destId="{47C3126E-77C4-43B1-8B98-04B737026C6C}" srcOrd="2" destOrd="0" parTransId="{D5B77B23-FB40-4838-B1E6-76F8B09E65A8}" sibTransId="{88F2F41E-4FC0-437A-A130-52BBDF736421}"/>
    <dgm:cxn modelId="{1072AB24-7F6C-40C3-BCFE-2824DB4F399B}" type="presOf" srcId="{8E44A573-9EFC-4361-A76E-A3C7E86E6F09}" destId="{37D8455D-9A5F-45B8-A406-389E432A9ADC}" srcOrd="0" destOrd="0" presId="urn:microsoft.com/office/officeart/2005/8/layout/process3"/>
    <dgm:cxn modelId="{0FAAFF07-8391-4B46-A81B-475AB0790A1B}" type="presOf" srcId="{1C3CAE02-1C1A-48AD-9A36-B2822FDBFD9E}" destId="{9D17F6BE-EFF0-498E-A26D-31CCF5918832}" srcOrd="1" destOrd="0" presId="urn:microsoft.com/office/officeart/2005/8/layout/process3"/>
    <dgm:cxn modelId="{244D3EC1-2391-40F6-B45E-11235BE1DD6F}" type="presParOf" srcId="{3B69F22A-260C-43A3-9BC9-3B89F89B49C7}" destId="{EFE82D1F-618E-49C9-A77B-8390A8BDD33B}" srcOrd="0" destOrd="0" presId="urn:microsoft.com/office/officeart/2005/8/layout/process3"/>
    <dgm:cxn modelId="{3DD081D4-2D1F-4223-ADD8-A3E38FE52333}" type="presParOf" srcId="{EFE82D1F-618E-49C9-A77B-8390A8BDD33B}" destId="{20B466A6-903E-43E2-8E0B-456E2290BE42}" srcOrd="0" destOrd="0" presId="urn:microsoft.com/office/officeart/2005/8/layout/process3"/>
    <dgm:cxn modelId="{67FB6BDE-8220-433B-89BE-03CCE70C0357}" type="presParOf" srcId="{EFE82D1F-618E-49C9-A77B-8390A8BDD33B}" destId="{BE91C442-7A40-416C-97D0-2D1EDC5ACAE8}" srcOrd="1" destOrd="0" presId="urn:microsoft.com/office/officeart/2005/8/layout/process3"/>
    <dgm:cxn modelId="{EEE2D1E0-99A6-4EB5-9747-5ADF0A6378E6}" type="presParOf" srcId="{EFE82D1F-618E-49C9-A77B-8390A8BDD33B}" destId="{7A7FA498-31EF-4BC3-B6BB-ADB35275FB7D}" srcOrd="2" destOrd="0" presId="urn:microsoft.com/office/officeart/2005/8/layout/process3"/>
    <dgm:cxn modelId="{3E88F6BF-A223-4B24-8DA9-B1EC281E9DF9}" type="presParOf" srcId="{3B69F22A-260C-43A3-9BC9-3B89F89B49C7}" destId="{37D8455D-9A5F-45B8-A406-389E432A9ADC}" srcOrd="1" destOrd="0" presId="urn:microsoft.com/office/officeart/2005/8/layout/process3"/>
    <dgm:cxn modelId="{2F04C880-1CB3-4991-A2E7-AD7737333A66}" type="presParOf" srcId="{37D8455D-9A5F-45B8-A406-389E432A9ADC}" destId="{D4403C3F-0C94-4AB6-84E4-2D785482D0F1}" srcOrd="0" destOrd="0" presId="urn:microsoft.com/office/officeart/2005/8/layout/process3"/>
    <dgm:cxn modelId="{3C68CA41-CDD5-473C-8997-843891D293D0}" type="presParOf" srcId="{3B69F22A-260C-43A3-9BC9-3B89F89B49C7}" destId="{8E183513-6298-4930-95C2-4723B241D409}" srcOrd="2" destOrd="0" presId="urn:microsoft.com/office/officeart/2005/8/layout/process3"/>
    <dgm:cxn modelId="{3B858467-1A78-4783-8680-EBC937CF6558}" type="presParOf" srcId="{8E183513-6298-4930-95C2-4723B241D409}" destId="{B4807CA4-4BEF-43AC-AF30-11EF11E852DF}" srcOrd="0" destOrd="0" presId="urn:microsoft.com/office/officeart/2005/8/layout/process3"/>
    <dgm:cxn modelId="{5F33F456-54AA-4C3E-8748-BB016B2B45D6}" type="presParOf" srcId="{8E183513-6298-4930-95C2-4723B241D409}" destId="{6CF91E8B-3686-4030-9DE9-DF15F9658D97}" srcOrd="1" destOrd="0" presId="urn:microsoft.com/office/officeart/2005/8/layout/process3"/>
    <dgm:cxn modelId="{4C37F7FB-555D-4B73-A4FA-1DBA0D5F018C}" type="presParOf" srcId="{8E183513-6298-4930-95C2-4723B241D409}" destId="{6CA435D9-4BF5-4596-8138-A7F06827D255}" srcOrd="2" destOrd="0" presId="urn:microsoft.com/office/officeart/2005/8/layout/process3"/>
    <dgm:cxn modelId="{CAA84D26-8E97-4C85-8AF3-F0CCC641BCA4}" type="presParOf" srcId="{3B69F22A-260C-43A3-9BC9-3B89F89B49C7}" destId="{EFA5943A-9729-4D4A-9D50-EC9ADB635C8F}" srcOrd="3" destOrd="0" presId="urn:microsoft.com/office/officeart/2005/8/layout/process3"/>
    <dgm:cxn modelId="{A3A08B4E-6B9E-4A32-B506-5D6B38391F75}" type="presParOf" srcId="{EFA5943A-9729-4D4A-9D50-EC9ADB635C8F}" destId="{362CE78E-B1B8-49AB-9E6F-9F4F75F5FD37}" srcOrd="0" destOrd="0" presId="urn:microsoft.com/office/officeart/2005/8/layout/process3"/>
    <dgm:cxn modelId="{6B16EF09-3E62-457E-8A7F-2B2C52FB9B6B}" type="presParOf" srcId="{3B69F22A-260C-43A3-9BC9-3B89F89B49C7}" destId="{BCAF84F6-CA22-483B-ABAD-9FF1AE602045}" srcOrd="4" destOrd="0" presId="urn:microsoft.com/office/officeart/2005/8/layout/process3"/>
    <dgm:cxn modelId="{7C7E951F-68BF-44BF-BBC9-95294827CCB0}" type="presParOf" srcId="{BCAF84F6-CA22-483B-ABAD-9FF1AE602045}" destId="{03034E63-3F42-4141-8768-14F5FE4CC9C5}" srcOrd="0" destOrd="0" presId="urn:microsoft.com/office/officeart/2005/8/layout/process3"/>
    <dgm:cxn modelId="{BC3008B1-DD52-4FEE-A7FB-8D8419CD8B98}" type="presParOf" srcId="{BCAF84F6-CA22-483B-ABAD-9FF1AE602045}" destId="{FAB49BEF-32FB-4F0B-BD83-71146F511D2C}" srcOrd="1" destOrd="0" presId="urn:microsoft.com/office/officeart/2005/8/layout/process3"/>
    <dgm:cxn modelId="{69B6A8BF-D509-4452-ADDF-3615E2CCF6D0}" type="presParOf" srcId="{BCAF84F6-CA22-483B-ABAD-9FF1AE602045}" destId="{A147FEDC-E22B-4C4B-A851-E80FDE8654E6}" srcOrd="2" destOrd="0" presId="urn:microsoft.com/office/officeart/2005/8/layout/process3"/>
    <dgm:cxn modelId="{D6FE7AE3-CD76-4905-952E-37BA8EAB28B7}" type="presParOf" srcId="{3B69F22A-260C-43A3-9BC9-3B89F89B49C7}" destId="{39911D69-181D-4CA5-8590-9ECF2E454815}" srcOrd="5" destOrd="0" presId="urn:microsoft.com/office/officeart/2005/8/layout/process3"/>
    <dgm:cxn modelId="{036EE8EF-B186-4C4F-94F3-59BD1173A5A6}" type="presParOf" srcId="{39911D69-181D-4CA5-8590-9ECF2E454815}" destId="{69240CDF-F5EB-421D-9BFF-6388817B09AB}" srcOrd="0" destOrd="0" presId="urn:microsoft.com/office/officeart/2005/8/layout/process3"/>
    <dgm:cxn modelId="{B25CFCAD-419C-4935-BD6E-2B49237E1C5A}" type="presParOf" srcId="{3B69F22A-260C-43A3-9BC9-3B89F89B49C7}" destId="{110CE656-94E8-49C0-A454-F6CBD10A5BE5}" srcOrd="6" destOrd="0" presId="urn:microsoft.com/office/officeart/2005/8/layout/process3"/>
    <dgm:cxn modelId="{0959629F-FCA0-4762-B259-60FEC3289EB3}" type="presParOf" srcId="{110CE656-94E8-49C0-A454-F6CBD10A5BE5}" destId="{83A31CD4-A1A0-40D0-8D9E-80186B60DA2D}" srcOrd="0" destOrd="0" presId="urn:microsoft.com/office/officeart/2005/8/layout/process3"/>
    <dgm:cxn modelId="{0408090F-670B-47F1-8627-FA3077ABF245}" type="presParOf" srcId="{110CE656-94E8-49C0-A454-F6CBD10A5BE5}" destId="{9D17F6BE-EFF0-498E-A26D-31CCF5918832}" srcOrd="1" destOrd="0" presId="urn:microsoft.com/office/officeart/2005/8/layout/process3"/>
    <dgm:cxn modelId="{C627421D-A75A-4E4D-8A70-78BEF223CA70}" type="presParOf" srcId="{110CE656-94E8-49C0-A454-F6CBD10A5BE5}" destId="{B9073262-5466-4251-B38A-465D00743F5C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F1DCEE5-248E-496F-86F6-E709CAD4C4BC}" type="doc">
      <dgm:prSet loTypeId="urn:microsoft.com/office/officeart/2005/8/layout/lProcess1" loCatId="process" qsTypeId="urn:microsoft.com/office/officeart/2005/8/quickstyle/simple2#10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2951EE1-3465-4C95-87EB-379D6C8BC820}">
      <dgm:prSet phldrT="[Text]"/>
      <dgm:spPr/>
      <dgm:t>
        <a:bodyPr/>
        <a:lstStyle/>
        <a:p>
          <a:r>
            <a:rPr lang="en-US" dirty="0" smtClean="0"/>
            <a:t>Open Positions</a:t>
          </a:r>
          <a:endParaRPr lang="en-US" dirty="0"/>
        </a:p>
      </dgm:t>
    </dgm:pt>
    <dgm:pt modelId="{19242C52-8ABC-4DF0-B626-0C7A98BA35F7}" type="parTrans" cxnId="{79258257-9463-4FA3-97ED-5A9F01CAA77D}">
      <dgm:prSet/>
      <dgm:spPr/>
      <dgm:t>
        <a:bodyPr/>
        <a:lstStyle/>
        <a:p>
          <a:endParaRPr lang="en-US"/>
        </a:p>
      </dgm:t>
    </dgm:pt>
    <dgm:pt modelId="{D9450A57-D831-4363-8A6B-F17FAC5233E4}" type="sibTrans" cxnId="{79258257-9463-4FA3-97ED-5A9F01CAA77D}">
      <dgm:prSet/>
      <dgm:spPr/>
      <dgm:t>
        <a:bodyPr/>
        <a:lstStyle/>
        <a:p>
          <a:endParaRPr lang="en-US"/>
        </a:p>
      </dgm:t>
    </dgm:pt>
    <dgm:pt modelId="{D3B81CFE-F024-4A2F-A036-45C7DC70E930}">
      <dgm:prSet phldrT="[Text]"/>
      <dgm:spPr/>
      <dgm:t>
        <a:bodyPr/>
        <a:lstStyle/>
        <a:p>
          <a:r>
            <a:rPr lang="en-US" dirty="0" smtClean="0"/>
            <a:t>Library</a:t>
          </a:r>
          <a:endParaRPr lang="en-US" dirty="0"/>
        </a:p>
      </dgm:t>
    </dgm:pt>
    <dgm:pt modelId="{E2DCDC5A-990F-44DB-8FBD-1BECB81FB5BA}" type="parTrans" cxnId="{1F1FFC82-6640-4AD6-90B1-7DF8FE6A0111}">
      <dgm:prSet/>
      <dgm:spPr/>
      <dgm:t>
        <a:bodyPr/>
        <a:lstStyle/>
        <a:p>
          <a:endParaRPr lang="en-US"/>
        </a:p>
      </dgm:t>
    </dgm:pt>
    <dgm:pt modelId="{159A71CA-ADA8-4CA0-9589-56CFD68103AF}" type="sibTrans" cxnId="{1F1FFC82-6640-4AD6-90B1-7DF8FE6A0111}">
      <dgm:prSet/>
      <dgm:spPr/>
      <dgm:t>
        <a:bodyPr/>
        <a:lstStyle/>
        <a:p>
          <a:endParaRPr lang="en-US"/>
        </a:p>
      </dgm:t>
    </dgm:pt>
    <dgm:pt modelId="{531B3967-25C6-4142-9364-52CF28354393}">
      <dgm:prSet phldrT="[Text]"/>
      <dgm:spPr/>
      <dgm:t>
        <a:bodyPr/>
        <a:lstStyle/>
        <a:p>
          <a:r>
            <a:rPr lang="en-US" dirty="0" smtClean="0"/>
            <a:t>Integration Example (UI)</a:t>
          </a:r>
          <a:endParaRPr lang="en-US" dirty="0"/>
        </a:p>
      </dgm:t>
    </dgm:pt>
    <dgm:pt modelId="{B4A8E85F-75B8-40B7-A962-0232DC293170}" type="parTrans" cxnId="{C0209A85-6850-45F0-8CDE-CC6E9E590ABC}">
      <dgm:prSet/>
      <dgm:spPr/>
      <dgm:t>
        <a:bodyPr/>
        <a:lstStyle/>
        <a:p>
          <a:endParaRPr lang="en-US"/>
        </a:p>
      </dgm:t>
    </dgm:pt>
    <dgm:pt modelId="{1D8522B7-AA79-4822-9CFC-1C1AABCC7641}" type="sibTrans" cxnId="{C0209A85-6850-45F0-8CDE-CC6E9E590ABC}">
      <dgm:prSet/>
      <dgm:spPr/>
      <dgm:t>
        <a:bodyPr/>
        <a:lstStyle/>
        <a:p>
          <a:endParaRPr lang="en-US"/>
        </a:p>
      </dgm:t>
    </dgm:pt>
    <dgm:pt modelId="{ABE55376-B9C6-487C-AD38-9BD25390EE75}">
      <dgm:prSet phldrT="[Text]"/>
      <dgm:spPr/>
      <dgm:t>
        <a:bodyPr/>
        <a:lstStyle/>
        <a:p>
          <a:r>
            <a:rPr lang="en-US" dirty="0" smtClean="0"/>
            <a:t>Open Options</a:t>
          </a:r>
          <a:endParaRPr lang="en-US" dirty="0"/>
        </a:p>
      </dgm:t>
    </dgm:pt>
    <dgm:pt modelId="{13CB3BBD-D724-44CD-A73C-F6550C8E925B}" type="parTrans" cxnId="{1C717A0B-9EA4-4517-A88F-A6A584D1F7F5}">
      <dgm:prSet/>
      <dgm:spPr/>
      <dgm:t>
        <a:bodyPr/>
        <a:lstStyle/>
        <a:p>
          <a:endParaRPr lang="en-US"/>
        </a:p>
      </dgm:t>
    </dgm:pt>
    <dgm:pt modelId="{0023D312-6DDD-433D-B3E7-2502D31B05D0}" type="sibTrans" cxnId="{1C717A0B-9EA4-4517-A88F-A6A584D1F7F5}">
      <dgm:prSet/>
      <dgm:spPr/>
      <dgm:t>
        <a:bodyPr/>
        <a:lstStyle/>
        <a:p>
          <a:endParaRPr lang="en-US"/>
        </a:p>
      </dgm:t>
    </dgm:pt>
    <dgm:pt modelId="{AEC3EE32-5217-40B6-9BF6-C5F9CA3CE607}">
      <dgm:prSet phldrT="[Text]"/>
      <dgm:spPr/>
      <dgm:t>
        <a:bodyPr/>
        <a:lstStyle/>
        <a:p>
          <a:r>
            <a:rPr lang="en-US" dirty="0" smtClean="0"/>
            <a:t>Library</a:t>
          </a:r>
          <a:endParaRPr lang="en-US" dirty="0"/>
        </a:p>
      </dgm:t>
    </dgm:pt>
    <dgm:pt modelId="{3CC15E98-F09E-46C4-8710-53A52828F77D}" type="parTrans" cxnId="{25144A64-D7A1-4AEA-8266-E48BBA7D1C02}">
      <dgm:prSet/>
      <dgm:spPr/>
      <dgm:t>
        <a:bodyPr/>
        <a:lstStyle/>
        <a:p>
          <a:endParaRPr lang="en-US"/>
        </a:p>
      </dgm:t>
    </dgm:pt>
    <dgm:pt modelId="{D205FB33-F5AC-4D7B-863F-4A5D49625412}" type="sibTrans" cxnId="{25144A64-D7A1-4AEA-8266-E48BBA7D1C02}">
      <dgm:prSet/>
      <dgm:spPr/>
      <dgm:t>
        <a:bodyPr/>
        <a:lstStyle/>
        <a:p>
          <a:endParaRPr lang="en-US"/>
        </a:p>
      </dgm:t>
    </dgm:pt>
    <dgm:pt modelId="{40ABCF4E-B4F7-44B8-84DA-B5FF81C8757D}">
      <dgm:prSet phldrT="[Text]"/>
      <dgm:spPr/>
      <dgm:t>
        <a:bodyPr/>
        <a:lstStyle/>
        <a:p>
          <a:r>
            <a:rPr lang="en-US" dirty="0" smtClean="0"/>
            <a:t>Integration Examples (</a:t>
          </a:r>
          <a:r>
            <a:rPr lang="en-US" dirty="0" err="1" smtClean="0"/>
            <a:t>Scala</a:t>
          </a:r>
          <a:r>
            <a:rPr lang="en-US" dirty="0" smtClean="0"/>
            <a:t>/Java)</a:t>
          </a:r>
          <a:endParaRPr lang="en-US" dirty="0"/>
        </a:p>
      </dgm:t>
    </dgm:pt>
    <dgm:pt modelId="{0A5BD047-F0D2-4372-8C15-8C5396B14547}" type="parTrans" cxnId="{C41986B3-9EDE-4A97-934F-3E7790D089AD}">
      <dgm:prSet/>
      <dgm:spPr/>
      <dgm:t>
        <a:bodyPr/>
        <a:lstStyle/>
        <a:p>
          <a:endParaRPr lang="en-US"/>
        </a:p>
      </dgm:t>
    </dgm:pt>
    <dgm:pt modelId="{5346C8F5-F119-47DE-979C-62A751F14E22}" type="sibTrans" cxnId="{C41986B3-9EDE-4A97-934F-3E7790D089AD}">
      <dgm:prSet/>
      <dgm:spPr/>
      <dgm:t>
        <a:bodyPr/>
        <a:lstStyle/>
        <a:p>
          <a:endParaRPr lang="en-US"/>
        </a:p>
      </dgm:t>
    </dgm:pt>
    <dgm:pt modelId="{9EF412E8-EB21-49C9-8153-F1009AB26693}">
      <dgm:prSet phldrT="[Text]"/>
      <dgm:spPr/>
      <dgm:t>
        <a:bodyPr/>
        <a:lstStyle/>
        <a:p>
          <a:r>
            <a:rPr lang="en-US" dirty="0" smtClean="0"/>
            <a:t>Open Mind</a:t>
          </a:r>
          <a:endParaRPr lang="en-US" dirty="0"/>
        </a:p>
      </dgm:t>
    </dgm:pt>
    <dgm:pt modelId="{103CCF25-8720-451E-9C2D-7477383EDC18}" type="parTrans" cxnId="{6410A7FF-36FD-402A-BEEC-7E0F864DF72C}">
      <dgm:prSet/>
      <dgm:spPr/>
      <dgm:t>
        <a:bodyPr/>
        <a:lstStyle/>
        <a:p>
          <a:endParaRPr lang="en-US"/>
        </a:p>
      </dgm:t>
    </dgm:pt>
    <dgm:pt modelId="{4E5D6CB8-FC1E-4307-A290-D1737A514288}" type="sibTrans" cxnId="{6410A7FF-36FD-402A-BEEC-7E0F864DF72C}">
      <dgm:prSet/>
      <dgm:spPr/>
      <dgm:t>
        <a:bodyPr/>
        <a:lstStyle/>
        <a:p>
          <a:endParaRPr lang="en-US"/>
        </a:p>
      </dgm:t>
    </dgm:pt>
    <dgm:pt modelId="{8DE6327D-A1F8-4AA9-B89F-061051A1E118}">
      <dgm:prSet phldrT="[Text]"/>
      <dgm:spPr/>
      <dgm:t>
        <a:bodyPr/>
        <a:lstStyle/>
        <a:p>
          <a:r>
            <a:rPr lang="en-US" dirty="0" smtClean="0"/>
            <a:t>TODO</a:t>
          </a:r>
          <a:endParaRPr lang="en-US" dirty="0"/>
        </a:p>
      </dgm:t>
    </dgm:pt>
    <dgm:pt modelId="{42693A09-D334-4279-A0F7-C19D08CDE280}" type="parTrans" cxnId="{B2ADF806-6659-44FF-A522-FB09CF22B6BC}">
      <dgm:prSet/>
      <dgm:spPr/>
      <dgm:t>
        <a:bodyPr/>
        <a:lstStyle/>
        <a:p>
          <a:endParaRPr lang="en-US"/>
        </a:p>
      </dgm:t>
    </dgm:pt>
    <dgm:pt modelId="{CA01D505-80DB-4086-9399-6B431F45D49D}" type="sibTrans" cxnId="{B2ADF806-6659-44FF-A522-FB09CF22B6BC}">
      <dgm:prSet/>
      <dgm:spPr/>
      <dgm:t>
        <a:bodyPr/>
        <a:lstStyle/>
        <a:p>
          <a:endParaRPr lang="en-US"/>
        </a:p>
      </dgm:t>
    </dgm:pt>
    <dgm:pt modelId="{B0351FEC-00B4-450F-A319-1012D79FCD7E}">
      <dgm:prSet phldrT="[Text]"/>
      <dgm:spPr/>
      <dgm:t>
        <a:bodyPr/>
        <a:lstStyle/>
        <a:p>
          <a:r>
            <a:rPr lang="en-US" dirty="0" smtClean="0"/>
            <a:t>TODO</a:t>
          </a:r>
          <a:endParaRPr lang="en-US" dirty="0"/>
        </a:p>
      </dgm:t>
    </dgm:pt>
    <dgm:pt modelId="{B89309DC-8D99-4976-AADC-5BFF99C760DF}" type="parTrans" cxnId="{C731D225-E1E4-4E7E-9168-715D1E681425}">
      <dgm:prSet/>
      <dgm:spPr/>
      <dgm:t>
        <a:bodyPr/>
        <a:lstStyle/>
        <a:p>
          <a:endParaRPr lang="en-US"/>
        </a:p>
      </dgm:t>
    </dgm:pt>
    <dgm:pt modelId="{6322A5A9-2650-458A-84DB-F5E363BD29CD}" type="sibTrans" cxnId="{C731D225-E1E4-4E7E-9168-715D1E681425}">
      <dgm:prSet/>
      <dgm:spPr/>
      <dgm:t>
        <a:bodyPr/>
        <a:lstStyle/>
        <a:p>
          <a:endParaRPr lang="en-US"/>
        </a:p>
      </dgm:t>
    </dgm:pt>
    <dgm:pt modelId="{47F99050-C4B9-4AE8-85E7-0F40ECA7EF12}">
      <dgm:prSet phldrT="[Text]"/>
      <dgm:spPr/>
      <dgm:t>
        <a:bodyPr/>
        <a:lstStyle/>
        <a:p>
          <a:r>
            <a:rPr lang="en-US" dirty="0" smtClean="0"/>
            <a:t>Open Eyes</a:t>
          </a:r>
          <a:endParaRPr lang="en-US" dirty="0"/>
        </a:p>
      </dgm:t>
    </dgm:pt>
    <dgm:pt modelId="{0A9562B0-E76C-423F-B10C-2109BBC35BB8}" type="parTrans" cxnId="{ED20C477-B580-407D-A303-B5C5A2E02738}">
      <dgm:prSet/>
      <dgm:spPr/>
      <dgm:t>
        <a:bodyPr/>
        <a:lstStyle/>
        <a:p>
          <a:endParaRPr lang="en-US"/>
        </a:p>
      </dgm:t>
    </dgm:pt>
    <dgm:pt modelId="{650E5D5F-D128-4455-BC45-EEF0B043938C}" type="sibTrans" cxnId="{ED20C477-B580-407D-A303-B5C5A2E02738}">
      <dgm:prSet/>
      <dgm:spPr/>
      <dgm:t>
        <a:bodyPr/>
        <a:lstStyle/>
        <a:p>
          <a:endParaRPr lang="en-US"/>
        </a:p>
      </dgm:t>
    </dgm:pt>
    <dgm:pt modelId="{497C85C1-2BA4-4E58-B629-50E81F68CB7A}">
      <dgm:prSet phldrT="[Text]"/>
      <dgm:spPr/>
      <dgm:t>
        <a:bodyPr/>
        <a:lstStyle/>
        <a:p>
          <a:r>
            <a:rPr lang="en-US" dirty="0" smtClean="0"/>
            <a:t>TODO</a:t>
          </a:r>
          <a:endParaRPr lang="en-US" dirty="0"/>
        </a:p>
      </dgm:t>
    </dgm:pt>
    <dgm:pt modelId="{6403F1C7-30BE-47C1-B907-7B79DC54C3D7}" type="parTrans" cxnId="{DB9E2177-C3E1-4F6B-B99D-467B250E5684}">
      <dgm:prSet/>
      <dgm:spPr/>
      <dgm:t>
        <a:bodyPr/>
        <a:lstStyle/>
        <a:p>
          <a:endParaRPr lang="en-US"/>
        </a:p>
      </dgm:t>
    </dgm:pt>
    <dgm:pt modelId="{17F9D3A2-DFF9-4F1A-9C12-E9AD2A7E0302}" type="sibTrans" cxnId="{DB9E2177-C3E1-4F6B-B99D-467B250E5684}">
      <dgm:prSet/>
      <dgm:spPr/>
      <dgm:t>
        <a:bodyPr/>
        <a:lstStyle/>
        <a:p>
          <a:endParaRPr lang="en-US"/>
        </a:p>
      </dgm:t>
    </dgm:pt>
    <dgm:pt modelId="{C181D51F-1EC5-414F-9829-EB6F6B38C78B}">
      <dgm:prSet phldrT="[Text]"/>
      <dgm:spPr/>
      <dgm:t>
        <a:bodyPr/>
        <a:lstStyle/>
        <a:p>
          <a:r>
            <a:rPr lang="en-US" dirty="0" smtClean="0"/>
            <a:t>TODO</a:t>
          </a:r>
          <a:endParaRPr lang="en-US" dirty="0"/>
        </a:p>
      </dgm:t>
    </dgm:pt>
    <dgm:pt modelId="{FD23C63D-EBB1-422E-BC25-BAE519070901}" type="parTrans" cxnId="{D5DE17B7-4517-4B1A-983B-C418EFEEECFA}">
      <dgm:prSet/>
      <dgm:spPr/>
      <dgm:t>
        <a:bodyPr/>
        <a:lstStyle/>
        <a:p>
          <a:endParaRPr lang="en-US"/>
        </a:p>
      </dgm:t>
    </dgm:pt>
    <dgm:pt modelId="{1B118362-1023-4EE7-B21D-B21A92BDAD8A}" type="sibTrans" cxnId="{D5DE17B7-4517-4B1A-983B-C418EFEEECFA}">
      <dgm:prSet/>
      <dgm:spPr/>
      <dgm:t>
        <a:bodyPr/>
        <a:lstStyle/>
        <a:p>
          <a:endParaRPr lang="en-US"/>
        </a:p>
      </dgm:t>
    </dgm:pt>
    <dgm:pt modelId="{D237ED92-7ED4-4A47-8BB1-E88334868F0B}" type="pres">
      <dgm:prSet presAssocID="{FF1DCEE5-248E-496F-86F6-E709CAD4C4BC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B08E842E-53A1-4903-9B11-81180F12B964}" type="pres">
      <dgm:prSet presAssocID="{B2951EE1-3465-4C95-87EB-379D6C8BC820}" presName="vertFlow" presStyleCnt="0"/>
      <dgm:spPr/>
    </dgm:pt>
    <dgm:pt modelId="{7BDBB33D-5CE7-43F4-ACBA-C713FCCD0D08}" type="pres">
      <dgm:prSet presAssocID="{B2951EE1-3465-4C95-87EB-379D6C8BC820}" presName="header" presStyleLbl="node1" presStyleIdx="0" presStyleCnt="4"/>
      <dgm:spPr/>
      <dgm:t>
        <a:bodyPr/>
        <a:lstStyle/>
        <a:p>
          <a:endParaRPr lang="en-US"/>
        </a:p>
      </dgm:t>
    </dgm:pt>
    <dgm:pt modelId="{5D764795-966C-4F53-9A01-B4FEEFA0BF5B}" type="pres">
      <dgm:prSet presAssocID="{E2DCDC5A-990F-44DB-8FBD-1BECB81FB5BA}" presName="parTrans" presStyleLbl="sibTrans2D1" presStyleIdx="0" presStyleCnt="8"/>
      <dgm:spPr/>
      <dgm:t>
        <a:bodyPr/>
        <a:lstStyle/>
        <a:p>
          <a:endParaRPr lang="en-US"/>
        </a:p>
      </dgm:t>
    </dgm:pt>
    <dgm:pt modelId="{DCDC15D9-667E-409D-9980-2FC1E9E34816}" type="pres">
      <dgm:prSet presAssocID="{D3B81CFE-F024-4A2F-A036-45C7DC70E930}" presName="child" presStyleLbl="alignAccFollowNode1" presStyleIdx="0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20A4533-BE80-42DA-BA97-817D933198DE}" type="pres">
      <dgm:prSet presAssocID="{159A71CA-ADA8-4CA0-9589-56CFD68103AF}" presName="sibTrans" presStyleLbl="sibTrans2D1" presStyleIdx="1" presStyleCnt="8"/>
      <dgm:spPr/>
      <dgm:t>
        <a:bodyPr/>
        <a:lstStyle/>
        <a:p>
          <a:endParaRPr lang="en-US"/>
        </a:p>
      </dgm:t>
    </dgm:pt>
    <dgm:pt modelId="{CA316164-C52F-46E0-B335-77929574E012}" type="pres">
      <dgm:prSet presAssocID="{531B3967-25C6-4142-9364-52CF28354393}" presName="child" presStyleLbl="alignAccFollowNode1" presStyleIdx="1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91F8F66-76E6-4A3D-831B-56A17EF9F08D}" type="pres">
      <dgm:prSet presAssocID="{B2951EE1-3465-4C95-87EB-379D6C8BC820}" presName="hSp" presStyleCnt="0"/>
      <dgm:spPr/>
    </dgm:pt>
    <dgm:pt modelId="{095BD3DC-A826-407E-9DB7-D38D88D020E5}" type="pres">
      <dgm:prSet presAssocID="{ABE55376-B9C6-487C-AD38-9BD25390EE75}" presName="vertFlow" presStyleCnt="0"/>
      <dgm:spPr/>
    </dgm:pt>
    <dgm:pt modelId="{139E35F9-A021-422B-A3EE-F99867EAA5D9}" type="pres">
      <dgm:prSet presAssocID="{ABE55376-B9C6-487C-AD38-9BD25390EE75}" presName="header" presStyleLbl="node1" presStyleIdx="1" presStyleCnt="4"/>
      <dgm:spPr/>
      <dgm:t>
        <a:bodyPr/>
        <a:lstStyle/>
        <a:p>
          <a:endParaRPr lang="en-US"/>
        </a:p>
      </dgm:t>
    </dgm:pt>
    <dgm:pt modelId="{5784213F-0272-4E91-A488-E34103EE77BF}" type="pres">
      <dgm:prSet presAssocID="{3CC15E98-F09E-46C4-8710-53A52828F77D}" presName="parTrans" presStyleLbl="sibTrans2D1" presStyleIdx="2" presStyleCnt="8"/>
      <dgm:spPr/>
      <dgm:t>
        <a:bodyPr/>
        <a:lstStyle/>
        <a:p>
          <a:endParaRPr lang="en-US"/>
        </a:p>
      </dgm:t>
    </dgm:pt>
    <dgm:pt modelId="{D19AF41A-4A27-443D-A04C-75CAB550D324}" type="pres">
      <dgm:prSet presAssocID="{AEC3EE32-5217-40B6-9BF6-C5F9CA3CE607}" presName="child" presStyleLbl="alignAccFollowNode1" presStyleIdx="2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A44B652-FF40-4ABC-9BD2-4C442839E94C}" type="pres">
      <dgm:prSet presAssocID="{D205FB33-F5AC-4D7B-863F-4A5D49625412}" presName="sibTrans" presStyleLbl="sibTrans2D1" presStyleIdx="3" presStyleCnt="8"/>
      <dgm:spPr/>
      <dgm:t>
        <a:bodyPr/>
        <a:lstStyle/>
        <a:p>
          <a:endParaRPr lang="en-US"/>
        </a:p>
      </dgm:t>
    </dgm:pt>
    <dgm:pt modelId="{8472C19D-7D7C-48F2-A09F-742AEA9DB007}" type="pres">
      <dgm:prSet presAssocID="{40ABCF4E-B4F7-44B8-84DA-B5FF81C8757D}" presName="child" presStyleLbl="alignAccFollowNode1" presStyleIdx="3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04BBEC9-9F3B-47C5-B882-AD970F320697}" type="pres">
      <dgm:prSet presAssocID="{ABE55376-B9C6-487C-AD38-9BD25390EE75}" presName="hSp" presStyleCnt="0"/>
      <dgm:spPr/>
    </dgm:pt>
    <dgm:pt modelId="{103E040E-F530-498E-BE2D-02F2CA360658}" type="pres">
      <dgm:prSet presAssocID="{9EF412E8-EB21-49C9-8153-F1009AB26693}" presName="vertFlow" presStyleCnt="0"/>
      <dgm:spPr/>
    </dgm:pt>
    <dgm:pt modelId="{87BFC86C-4BCA-462C-B691-D76D2907C82A}" type="pres">
      <dgm:prSet presAssocID="{9EF412E8-EB21-49C9-8153-F1009AB26693}" presName="header" presStyleLbl="node1" presStyleIdx="2" presStyleCnt="4"/>
      <dgm:spPr/>
      <dgm:t>
        <a:bodyPr/>
        <a:lstStyle/>
        <a:p>
          <a:endParaRPr lang="en-US"/>
        </a:p>
      </dgm:t>
    </dgm:pt>
    <dgm:pt modelId="{F08BBB78-1D36-45B5-9104-730D1A9CD3AE}" type="pres">
      <dgm:prSet presAssocID="{42693A09-D334-4279-A0F7-C19D08CDE280}" presName="parTrans" presStyleLbl="sibTrans2D1" presStyleIdx="4" presStyleCnt="8"/>
      <dgm:spPr/>
      <dgm:t>
        <a:bodyPr/>
        <a:lstStyle/>
        <a:p>
          <a:endParaRPr lang="en-US"/>
        </a:p>
      </dgm:t>
    </dgm:pt>
    <dgm:pt modelId="{50B8B4B6-01A1-47E8-80C8-D029174F0045}" type="pres">
      <dgm:prSet presAssocID="{8DE6327D-A1F8-4AA9-B89F-061051A1E118}" presName="child" presStyleLbl="alignAccFollowNode1" presStyleIdx="4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629B93E-0DDE-4147-B818-81758F5DD307}" type="pres">
      <dgm:prSet presAssocID="{CA01D505-80DB-4086-9399-6B431F45D49D}" presName="sibTrans" presStyleLbl="sibTrans2D1" presStyleIdx="5" presStyleCnt="8"/>
      <dgm:spPr/>
      <dgm:t>
        <a:bodyPr/>
        <a:lstStyle/>
        <a:p>
          <a:endParaRPr lang="en-US"/>
        </a:p>
      </dgm:t>
    </dgm:pt>
    <dgm:pt modelId="{9BD4878A-053E-44F5-A6F3-2B977983FF76}" type="pres">
      <dgm:prSet presAssocID="{B0351FEC-00B4-450F-A319-1012D79FCD7E}" presName="child" presStyleLbl="alignAccFollowNode1" presStyleIdx="5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67D1D18-956E-496F-A42D-8C3D73A55AFC}" type="pres">
      <dgm:prSet presAssocID="{9EF412E8-EB21-49C9-8153-F1009AB26693}" presName="hSp" presStyleCnt="0"/>
      <dgm:spPr/>
    </dgm:pt>
    <dgm:pt modelId="{8FD12E80-C751-4F70-9073-3BEEB647636B}" type="pres">
      <dgm:prSet presAssocID="{47F99050-C4B9-4AE8-85E7-0F40ECA7EF12}" presName="vertFlow" presStyleCnt="0"/>
      <dgm:spPr/>
    </dgm:pt>
    <dgm:pt modelId="{D3AF237B-171F-4217-AD54-BE32220B9E7E}" type="pres">
      <dgm:prSet presAssocID="{47F99050-C4B9-4AE8-85E7-0F40ECA7EF12}" presName="header" presStyleLbl="node1" presStyleIdx="3" presStyleCnt="4"/>
      <dgm:spPr/>
      <dgm:t>
        <a:bodyPr/>
        <a:lstStyle/>
        <a:p>
          <a:endParaRPr lang="en-US"/>
        </a:p>
      </dgm:t>
    </dgm:pt>
    <dgm:pt modelId="{90DCE11D-36EA-44D1-83B5-B10761EA554C}" type="pres">
      <dgm:prSet presAssocID="{6403F1C7-30BE-47C1-B907-7B79DC54C3D7}" presName="parTrans" presStyleLbl="sibTrans2D1" presStyleIdx="6" presStyleCnt="8"/>
      <dgm:spPr/>
      <dgm:t>
        <a:bodyPr/>
        <a:lstStyle/>
        <a:p>
          <a:endParaRPr lang="en-US"/>
        </a:p>
      </dgm:t>
    </dgm:pt>
    <dgm:pt modelId="{DF33878E-5D53-4B3F-A9D0-369D9D8947A2}" type="pres">
      <dgm:prSet presAssocID="{497C85C1-2BA4-4E58-B629-50E81F68CB7A}" presName="child" presStyleLbl="alignAccFollowNode1" presStyleIdx="6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2252059-5659-40E4-B8C3-642B6677E4C6}" type="pres">
      <dgm:prSet presAssocID="{17F9D3A2-DFF9-4F1A-9C12-E9AD2A7E0302}" presName="sibTrans" presStyleLbl="sibTrans2D1" presStyleIdx="7" presStyleCnt="8"/>
      <dgm:spPr/>
      <dgm:t>
        <a:bodyPr/>
        <a:lstStyle/>
        <a:p>
          <a:endParaRPr lang="en-US"/>
        </a:p>
      </dgm:t>
    </dgm:pt>
    <dgm:pt modelId="{40286D35-8CA8-436E-9008-2C5C0141454F}" type="pres">
      <dgm:prSet presAssocID="{C181D51F-1EC5-414F-9829-EB6F6B38C78B}" presName="child" presStyleLbl="alignAccFollowNode1" presStyleIdx="7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B2ADF806-6659-44FF-A522-FB09CF22B6BC}" srcId="{9EF412E8-EB21-49C9-8153-F1009AB26693}" destId="{8DE6327D-A1F8-4AA9-B89F-061051A1E118}" srcOrd="0" destOrd="0" parTransId="{42693A09-D334-4279-A0F7-C19D08CDE280}" sibTransId="{CA01D505-80DB-4086-9399-6B431F45D49D}"/>
    <dgm:cxn modelId="{5D030CBB-0215-44FE-ADE9-046ECD4EA795}" type="presOf" srcId="{D3B81CFE-F024-4A2F-A036-45C7DC70E930}" destId="{DCDC15D9-667E-409D-9980-2FC1E9E34816}" srcOrd="0" destOrd="0" presId="urn:microsoft.com/office/officeart/2005/8/layout/lProcess1"/>
    <dgm:cxn modelId="{3A2BD304-9822-4F9D-9ED2-E2B6C3BD4102}" type="presOf" srcId="{159A71CA-ADA8-4CA0-9589-56CFD68103AF}" destId="{220A4533-BE80-42DA-BA97-817D933198DE}" srcOrd="0" destOrd="0" presId="urn:microsoft.com/office/officeart/2005/8/layout/lProcess1"/>
    <dgm:cxn modelId="{1F1FFC82-6640-4AD6-90B1-7DF8FE6A0111}" srcId="{B2951EE1-3465-4C95-87EB-379D6C8BC820}" destId="{D3B81CFE-F024-4A2F-A036-45C7DC70E930}" srcOrd="0" destOrd="0" parTransId="{E2DCDC5A-990F-44DB-8FBD-1BECB81FB5BA}" sibTransId="{159A71CA-ADA8-4CA0-9589-56CFD68103AF}"/>
    <dgm:cxn modelId="{6410A7FF-36FD-402A-BEEC-7E0F864DF72C}" srcId="{FF1DCEE5-248E-496F-86F6-E709CAD4C4BC}" destId="{9EF412E8-EB21-49C9-8153-F1009AB26693}" srcOrd="2" destOrd="0" parTransId="{103CCF25-8720-451E-9C2D-7477383EDC18}" sibTransId="{4E5D6CB8-FC1E-4307-A290-D1737A514288}"/>
    <dgm:cxn modelId="{24B36CC5-9E23-4288-83A1-946A964D26CF}" type="presOf" srcId="{17F9D3A2-DFF9-4F1A-9C12-E9AD2A7E0302}" destId="{52252059-5659-40E4-B8C3-642B6677E4C6}" srcOrd="0" destOrd="0" presId="urn:microsoft.com/office/officeart/2005/8/layout/lProcess1"/>
    <dgm:cxn modelId="{DCC459A1-79A9-4C0C-8368-D6584EEFEABC}" type="presOf" srcId="{ABE55376-B9C6-487C-AD38-9BD25390EE75}" destId="{139E35F9-A021-422B-A3EE-F99867EAA5D9}" srcOrd="0" destOrd="0" presId="urn:microsoft.com/office/officeart/2005/8/layout/lProcess1"/>
    <dgm:cxn modelId="{31AA94ED-D0FD-4D44-8F70-FE7247D8C70F}" type="presOf" srcId="{42693A09-D334-4279-A0F7-C19D08CDE280}" destId="{F08BBB78-1D36-45B5-9104-730D1A9CD3AE}" srcOrd="0" destOrd="0" presId="urn:microsoft.com/office/officeart/2005/8/layout/lProcess1"/>
    <dgm:cxn modelId="{DB9E2177-C3E1-4F6B-B99D-467B250E5684}" srcId="{47F99050-C4B9-4AE8-85E7-0F40ECA7EF12}" destId="{497C85C1-2BA4-4E58-B629-50E81F68CB7A}" srcOrd="0" destOrd="0" parTransId="{6403F1C7-30BE-47C1-B907-7B79DC54C3D7}" sibTransId="{17F9D3A2-DFF9-4F1A-9C12-E9AD2A7E0302}"/>
    <dgm:cxn modelId="{43BF464B-B69C-490B-BA86-9372959BA80C}" type="presOf" srcId="{FF1DCEE5-248E-496F-86F6-E709CAD4C4BC}" destId="{D237ED92-7ED4-4A47-8BB1-E88334868F0B}" srcOrd="0" destOrd="0" presId="urn:microsoft.com/office/officeart/2005/8/layout/lProcess1"/>
    <dgm:cxn modelId="{E9A7BAE6-BEEF-4FA3-9E57-7487BC2EA7E5}" type="presOf" srcId="{3CC15E98-F09E-46C4-8710-53A52828F77D}" destId="{5784213F-0272-4E91-A488-E34103EE77BF}" srcOrd="0" destOrd="0" presId="urn:microsoft.com/office/officeart/2005/8/layout/lProcess1"/>
    <dgm:cxn modelId="{25144A64-D7A1-4AEA-8266-E48BBA7D1C02}" srcId="{ABE55376-B9C6-487C-AD38-9BD25390EE75}" destId="{AEC3EE32-5217-40B6-9BF6-C5F9CA3CE607}" srcOrd="0" destOrd="0" parTransId="{3CC15E98-F09E-46C4-8710-53A52828F77D}" sibTransId="{D205FB33-F5AC-4D7B-863F-4A5D49625412}"/>
    <dgm:cxn modelId="{C0209A85-6850-45F0-8CDE-CC6E9E590ABC}" srcId="{B2951EE1-3465-4C95-87EB-379D6C8BC820}" destId="{531B3967-25C6-4142-9364-52CF28354393}" srcOrd="1" destOrd="0" parTransId="{B4A8E85F-75B8-40B7-A962-0232DC293170}" sibTransId="{1D8522B7-AA79-4822-9CFC-1C1AABCC7641}"/>
    <dgm:cxn modelId="{C731D225-E1E4-4E7E-9168-715D1E681425}" srcId="{9EF412E8-EB21-49C9-8153-F1009AB26693}" destId="{B0351FEC-00B4-450F-A319-1012D79FCD7E}" srcOrd="1" destOrd="0" parTransId="{B89309DC-8D99-4976-AADC-5BFF99C760DF}" sibTransId="{6322A5A9-2650-458A-84DB-F5E363BD29CD}"/>
    <dgm:cxn modelId="{3B57530E-E1FB-4F3D-BA07-1BD153AC52A0}" type="presOf" srcId="{8DE6327D-A1F8-4AA9-B89F-061051A1E118}" destId="{50B8B4B6-01A1-47E8-80C8-D029174F0045}" srcOrd="0" destOrd="0" presId="urn:microsoft.com/office/officeart/2005/8/layout/lProcess1"/>
    <dgm:cxn modelId="{ED20C477-B580-407D-A303-B5C5A2E02738}" srcId="{FF1DCEE5-248E-496F-86F6-E709CAD4C4BC}" destId="{47F99050-C4B9-4AE8-85E7-0F40ECA7EF12}" srcOrd="3" destOrd="0" parTransId="{0A9562B0-E76C-423F-B10C-2109BBC35BB8}" sibTransId="{650E5D5F-D128-4455-BC45-EEF0B043938C}"/>
    <dgm:cxn modelId="{79258257-9463-4FA3-97ED-5A9F01CAA77D}" srcId="{FF1DCEE5-248E-496F-86F6-E709CAD4C4BC}" destId="{B2951EE1-3465-4C95-87EB-379D6C8BC820}" srcOrd="0" destOrd="0" parTransId="{19242C52-8ABC-4DF0-B626-0C7A98BA35F7}" sibTransId="{D9450A57-D831-4363-8A6B-F17FAC5233E4}"/>
    <dgm:cxn modelId="{68185BA4-7E9A-4E5A-8845-BF2B9951BC4E}" type="presOf" srcId="{531B3967-25C6-4142-9364-52CF28354393}" destId="{CA316164-C52F-46E0-B335-77929574E012}" srcOrd="0" destOrd="0" presId="urn:microsoft.com/office/officeart/2005/8/layout/lProcess1"/>
    <dgm:cxn modelId="{5E1F08FC-3333-4B56-87ED-F65EB43F85D5}" type="presOf" srcId="{C181D51F-1EC5-414F-9829-EB6F6B38C78B}" destId="{40286D35-8CA8-436E-9008-2C5C0141454F}" srcOrd="0" destOrd="0" presId="urn:microsoft.com/office/officeart/2005/8/layout/lProcess1"/>
    <dgm:cxn modelId="{BBCD05D9-ABDD-447F-A4F1-2FA6C1EC4E1A}" type="presOf" srcId="{B2951EE1-3465-4C95-87EB-379D6C8BC820}" destId="{7BDBB33D-5CE7-43F4-ACBA-C713FCCD0D08}" srcOrd="0" destOrd="0" presId="urn:microsoft.com/office/officeart/2005/8/layout/lProcess1"/>
    <dgm:cxn modelId="{4B992A60-18C9-4C63-B50C-D29B735E67E4}" type="presOf" srcId="{E2DCDC5A-990F-44DB-8FBD-1BECB81FB5BA}" destId="{5D764795-966C-4F53-9A01-B4FEEFA0BF5B}" srcOrd="0" destOrd="0" presId="urn:microsoft.com/office/officeart/2005/8/layout/lProcess1"/>
    <dgm:cxn modelId="{DAF458CC-E578-4B0A-B7ED-B8944993FD93}" type="presOf" srcId="{AEC3EE32-5217-40B6-9BF6-C5F9CA3CE607}" destId="{D19AF41A-4A27-443D-A04C-75CAB550D324}" srcOrd="0" destOrd="0" presId="urn:microsoft.com/office/officeart/2005/8/layout/lProcess1"/>
    <dgm:cxn modelId="{6028098F-A718-44C1-B2D8-EDFC0228FA7D}" type="presOf" srcId="{9EF412E8-EB21-49C9-8153-F1009AB26693}" destId="{87BFC86C-4BCA-462C-B691-D76D2907C82A}" srcOrd="0" destOrd="0" presId="urn:microsoft.com/office/officeart/2005/8/layout/lProcess1"/>
    <dgm:cxn modelId="{0997E4C5-1F44-402F-BB3E-62E1665CD1E4}" type="presOf" srcId="{B0351FEC-00B4-450F-A319-1012D79FCD7E}" destId="{9BD4878A-053E-44F5-A6F3-2B977983FF76}" srcOrd="0" destOrd="0" presId="urn:microsoft.com/office/officeart/2005/8/layout/lProcess1"/>
    <dgm:cxn modelId="{5D9181AA-690B-4CEB-A0EC-ECBB6E842917}" type="presOf" srcId="{6403F1C7-30BE-47C1-B907-7B79DC54C3D7}" destId="{90DCE11D-36EA-44D1-83B5-B10761EA554C}" srcOrd="0" destOrd="0" presId="urn:microsoft.com/office/officeart/2005/8/layout/lProcess1"/>
    <dgm:cxn modelId="{2A78A4D2-D49B-45D3-AEDC-FC6A10095FA8}" type="presOf" srcId="{497C85C1-2BA4-4E58-B629-50E81F68CB7A}" destId="{DF33878E-5D53-4B3F-A9D0-369D9D8947A2}" srcOrd="0" destOrd="0" presId="urn:microsoft.com/office/officeart/2005/8/layout/lProcess1"/>
    <dgm:cxn modelId="{5964A6E4-587C-454E-A1B0-0F0805C0FBD0}" type="presOf" srcId="{D205FB33-F5AC-4D7B-863F-4A5D49625412}" destId="{5A44B652-FF40-4ABC-9BD2-4C442839E94C}" srcOrd="0" destOrd="0" presId="urn:microsoft.com/office/officeart/2005/8/layout/lProcess1"/>
    <dgm:cxn modelId="{1C717A0B-9EA4-4517-A88F-A6A584D1F7F5}" srcId="{FF1DCEE5-248E-496F-86F6-E709CAD4C4BC}" destId="{ABE55376-B9C6-487C-AD38-9BD25390EE75}" srcOrd="1" destOrd="0" parTransId="{13CB3BBD-D724-44CD-A73C-F6550C8E925B}" sibTransId="{0023D312-6DDD-433D-B3E7-2502D31B05D0}"/>
    <dgm:cxn modelId="{0ED35EB1-A23C-40BE-B32C-DBE5ECF20DFE}" type="presOf" srcId="{40ABCF4E-B4F7-44B8-84DA-B5FF81C8757D}" destId="{8472C19D-7D7C-48F2-A09F-742AEA9DB007}" srcOrd="0" destOrd="0" presId="urn:microsoft.com/office/officeart/2005/8/layout/lProcess1"/>
    <dgm:cxn modelId="{FB80A565-96D5-4995-88EE-5BAB532771CB}" type="presOf" srcId="{47F99050-C4B9-4AE8-85E7-0F40ECA7EF12}" destId="{D3AF237B-171F-4217-AD54-BE32220B9E7E}" srcOrd="0" destOrd="0" presId="urn:microsoft.com/office/officeart/2005/8/layout/lProcess1"/>
    <dgm:cxn modelId="{C41986B3-9EDE-4A97-934F-3E7790D089AD}" srcId="{ABE55376-B9C6-487C-AD38-9BD25390EE75}" destId="{40ABCF4E-B4F7-44B8-84DA-B5FF81C8757D}" srcOrd="1" destOrd="0" parTransId="{0A5BD047-F0D2-4372-8C15-8C5396B14547}" sibTransId="{5346C8F5-F119-47DE-979C-62A751F14E22}"/>
    <dgm:cxn modelId="{D5DE17B7-4517-4B1A-983B-C418EFEEECFA}" srcId="{47F99050-C4B9-4AE8-85E7-0F40ECA7EF12}" destId="{C181D51F-1EC5-414F-9829-EB6F6B38C78B}" srcOrd="1" destOrd="0" parTransId="{FD23C63D-EBB1-422E-BC25-BAE519070901}" sibTransId="{1B118362-1023-4EE7-B21D-B21A92BDAD8A}"/>
    <dgm:cxn modelId="{B0FD8DDB-8B8E-4544-9B35-44242CD37344}" type="presOf" srcId="{CA01D505-80DB-4086-9399-6B431F45D49D}" destId="{3629B93E-0DDE-4147-B818-81758F5DD307}" srcOrd="0" destOrd="0" presId="urn:microsoft.com/office/officeart/2005/8/layout/lProcess1"/>
    <dgm:cxn modelId="{1BEB6370-F0A5-44B1-AAB0-10B4E8854188}" type="presParOf" srcId="{D237ED92-7ED4-4A47-8BB1-E88334868F0B}" destId="{B08E842E-53A1-4903-9B11-81180F12B964}" srcOrd="0" destOrd="0" presId="urn:microsoft.com/office/officeart/2005/8/layout/lProcess1"/>
    <dgm:cxn modelId="{4C387FE3-A02B-4BD8-A2A2-88A9203F54D4}" type="presParOf" srcId="{B08E842E-53A1-4903-9B11-81180F12B964}" destId="{7BDBB33D-5CE7-43F4-ACBA-C713FCCD0D08}" srcOrd="0" destOrd="0" presId="urn:microsoft.com/office/officeart/2005/8/layout/lProcess1"/>
    <dgm:cxn modelId="{76E94C11-9A67-48D7-9015-470B21558957}" type="presParOf" srcId="{B08E842E-53A1-4903-9B11-81180F12B964}" destId="{5D764795-966C-4F53-9A01-B4FEEFA0BF5B}" srcOrd="1" destOrd="0" presId="urn:microsoft.com/office/officeart/2005/8/layout/lProcess1"/>
    <dgm:cxn modelId="{15957B02-28D9-4249-85BF-EB8322649653}" type="presParOf" srcId="{B08E842E-53A1-4903-9B11-81180F12B964}" destId="{DCDC15D9-667E-409D-9980-2FC1E9E34816}" srcOrd="2" destOrd="0" presId="urn:microsoft.com/office/officeart/2005/8/layout/lProcess1"/>
    <dgm:cxn modelId="{14303C33-D443-40BD-B7AF-C0A6E79BB766}" type="presParOf" srcId="{B08E842E-53A1-4903-9B11-81180F12B964}" destId="{220A4533-BE80-42DA-BA97-817D933198DE}" srcOrd="3" destOrd="0" presId="urn:microsoft.com/office/officeart/2005/8/layout/lProcess1"/>
    <dgm:cxn modelId="{07FCAED3-52CF-482C-B2E8-963E426D9665}" type="presParOf" srcId="{B08E842E-53A1-4903-9B11-81180F12B964}" destId="{CA316164-C52F-46E0-B335-77929574E012}" srcOrd="4" destOrd="0" presId="urn:microsoft.com/office/officeart/2005/8/layout/lProcess1"/>
    <dgm:cxn modelId="{DF78B723-C9AC-41B5-9224-A89FF16B589B}" type="presParOf" srcId="{D237ED92-7ED4-4A47-8BB1-E88334868F0B}" destId="{B91F8F66-76E6-4A3D-831B-56A17EF9F08D}" srcOrd="1" destOrd="0" presId="urn:microsoft.com/office/officeart/2005/8/layout/lProcess1"/>
    <dgm:cxn modelId="{1DF7C74E-77EF-4EE2-B96F-1C5556B0B1C1}" type="presParOf" srcId="{D237ED92-7ED4-4A47-8BB1-E88334868F0B}" destId="{095BD3DC-A826-407E-9DB7-D38D88D020E5}" srcOrd="2" destOrd="0" presId="urn:microsoft.com/office/officeart/2005/8/layout/lProcess1"/>
    <dgm:cxn modelId="{C5B55DA9-BB1B-4E11-8EBD-CD92F26DE19B}" type="presParOf" srcId="{095BD3DC-A826-407E-9DB7-D38D88D020E5}" destId="{139E35F9-A021-422B-A3EE-F99867EAA5D9}" srcOrd="0" destOrd="0" presId="urn:microsoft.com/office/officeart/2005/8/layout/lProcess1"/>
    <dgm:cxn modelId="{2DC6EA0E-97E3-4464-9BA1-0C718DA00E2D}" type="presParOf" srcId="{095BD3DC-A826-407E-9DB7-D38D88D020E5}" destId="{5784213F-0272-4E91-A488-E34103EE77BF}" srcOrd="1" destOrd="0" presId="urn:microsoft.com/office/officeart/2005/8/layout/lProcess1"/>
    <dgm:cxn modelId="{3E78D225-FA7C-49B0-AA2F-334C12238DAF}" type="presParOf" srcId="{095BD3DC-A826-407E-9DB7-D38D88D020E5}" destId="{D19AF41A-4A27-443D-A04C-75CAB550D324}" srcOrd="2" destOrd="0" presId="urn:microsoft.com/office/officeart/2005/8/layout/lProcess1"/>
    <dgm:cxn modelId="{5180F6C7-02D3-4D2C-A9F6-CCFBEE1FCB94}" type="presParOf" srcId="{095BD3DC-A826-407E-9DB7-D38D88D020E5}" destId="{5A44B652-FF40-4ABC-9BD2-4C442839E94C}" srcOrd="3" destOrd="0" presId="urn:microsoft.com/office/officeart/2005/8/layout/lProcess1"/>
    <dgm:cxn modelId="{5652CAA0-5C54-46C8-A350-051C3264CB82}" type="presParOf" srcId="{095BD3DC-A826-407E-9DB7-D38D88D020E5}" destId="{8472C19D-7D7C-48F2-A09F-742AEA9DB007}" srcOrd="4" destOrd="0" presId="urn:microsoft.com/office/officeart/2005/8/layout/lProcess1"/>
    <dgm:cxn modelId="{09DB641E-287F-4FA2-AA1F-578290A912BC}" type="presParOf" srcId="{D237ED92-7ED4-4A47-8BB1-E88334868F0B}" destId="{504BBEC9-9F3B-47C5-B882-AD970F320697}" srcOrd="3" destOrd="0" presId="urn:microsoft.com/office/officeart/2005/8/layout/lProcess1"/>
    <dgm:cxn modelId="{63FED37A-5EA7-4B3B-B54C-2867AD219F0E}" type="presParOf" srcId="{D237ED92-7ED4-4A47-8BB1-E88334868F0B}" destId="{103E040E-F530-498E-BE2D-02F2CA360658}" srcOrd="4" destOrd="0" presId="urn:microsoft.com/office/officeart/2005/8/layout/lProcess1"/>
    <dgm:cxn modelId="{B569DC5A-79AE-4061-B8F5-70D2F18168DC}" type="presParOf" srcId="{103E040E-F530-498E-BE2D-02F2CA360658}" destId="{87BFC86C-4BCA-462C-B691-D76D2907C82A}" srcOrd="0" destOrd="0" presId="urn:microsoft.com/office/officeart/2005/8/layout/lProcess1"/>
    <dgm:cxn modelId="{664666C7-DE11-40CB-A4F3-1CBC4DDD4002}" type="presParOf" srcId="{103E040E-F530-498E-BE2D-02F2CA360658}" destId="{F08BBB78-1D36-45B5-9104-730D1A9CD3AE}" srcOrd="1" destOrd="0" presId="urn:microsoft.com/office/officeart/2005/8/layout/lProcess1"/>
    <dgm:cxn modelId="{648931B0-719A-48C2-94C9-DC037CB0C67E}" type="presParOf" srcId="{103E040E-F530-498E-BE2D-02F2CA360658}" destId="{50B8B4B6-01A1-47E8-80C8-D029174F0045}" srcOrd="2" destOrd="0" presId="urn:microsoft.com/office/officeart/2005/8/layout/lProcess1"/>
    <dgm:cxn modelId="{1F7E2D02-AC4D-45DB-8854-58CF303593DE}" type="presParOf" srcId="{103E040E-F530-498E-BE2D-02F2CA360658}" destId="{3629B93E-0DDE-4147-B818-81758F5DD307}" srcOrd="3" destOrd="0" presId="urn:microsoft.com/office/officeart/2005/8/layout/lProcess1"/>
    <dgm:cxn modelId="{61CCFD1E-75C7-44A8-BA1D-A4AD88EC1703}" type="presParOf" srcId="{103E040E-F530-498E-BE2D-02F2CA360658}" destId="{9BD4878A-053E-44F5-A6F3-2B977983FF76}" srcOrd="4" destOrd="0" presId="urn:microsoft.com/office/officeart/2005/8/layout/lProcess1"/>
    <dgm:cxn modelId="{8DB1CEBF-FE0C-4821-9827-5F95142C2780}" type="presParOf" srcId="{D237ED92-7ED4-4A47-8BB1-E88334868F0B}" destId="{167D1D18-956E-496F-A42D-8C3D73A55AFC}" srcOrd="5" destOrd="0" presId="urn:microsoft.com/office/officeart/2005/8/layout/lProcess1"/>
    <dgm:cxn modelId="{D1538AB4-9A49-41C3-89B0-0B0132792F86}" type="presParOf" srcId="{D237ED92-7ED4-4A47-8BB1-E88334868F0B}" destId="{8FD12E80-C751-4F70-9073-3BEEB647636B}" srcOrd="6" destOrd="0" presId="urn:microsoft.com/office/officeart/2005/8/layout/lProcess1"/>
    <dgm:cxn modelId="{C7621CD2-9F34-4837-9530-5D07093C4642}" type="presParOf" srcId="{8FD12E80-C751-4F70-9073-3BEEB647636B}" destId="{D3AF237B-171F-4217-AD54-BE32220B9E7E}" srcOrd="0" destOrd="0" presId="urn:microsoft.com/office/officeart/2005/8/layout/lProcess1"/>
    <dgm:cxn modelId="{E677F52D-C96C-46CF-95C0-CBE01A729B45}" type="presParOf" srcId="{8FD12E80-C751-4F70-9073-3BEEB647636B}" destId="{90DCE11D-36EA-44D1-83B5-B10761EA554C}" srcOrd="1" destOrd="0" presId="urn:microsoft.com/office/officeart/2005/8/layout/lProcess1"/>
    <dgm:cxn modelId="{E8EAFD7A-7F2B-4A9B-983B-E19FA6363053}" type="presParOf" srcId="{8FD12E80-C751-4F70-9073-3BEEB647636B}" destId="{DF33878E-5D53-4B3F-A9D0-369D9D8947A2}" srcOrd="2" destOrd="0" presId="urn:microsoft.com/office/officeart/2005/8/layout/lProcess1"/>
    <dgm:cxn modelId="{468F2CBE-0D2B-4F52-A57A-C336D8716C7F}" type="presParOf" srcId="{8FD12E80-C751-4F70-9073-3BEEB647636B}" destId="{52252059-5659-40E4-B8C3-642B6677E4C6}" srcOrd="3" destOrd="0" presId="urn:microsoft.com/office/officeart/2005/8/layout/lProcess1"/>
    <dgm:cxn modelId="{8C8940EB-0C00-4EC5-A0DE-1F1EAB480796}" type="presParOf" srcId="{8FD12E80-C751-4F70-9073-3BEEB647636B}" destId="{40286D35-8CA8-436E-9008-2C5C0141454F}" srcOrd="4" destOrd="0" presId="urn:microsoft.com/office/officeart/2005/8/layout/l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9CB888-93C1-4B30-B863-C81F80BD9792}">
      <dsp:nvSpPr>
        <dsp:cNvPr id="0" name=""/>
        <dsp:cNvSpPr/>
      </dsp:nvSpPr>
      <dsp:spPr>
        <a:xfrm>
          <a:off x="6217097" y="2635982"/>
          <a:ext cx="183702" cy="1837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12700" dir="5400000" rotWithShape="0">
            <a:srgbClr val="000000">
              <a:alpha val="37000"/>
            </a:srgbClr>
          </a:outerShdw>
        </a:effectLst>
        <a:sp3d extrusionH="152250" prstMaterial="matte">
          <a:bevelT w="165100" prst="coolSlant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2F6CBFF-2E3D-499D-9F67-7E4BD719F21A}">
      <dsp:nvSpPr>
        <dsp:cNvPr id="0" name=""/>
        <dsp:cNvSpPr/>
      </dsp:nvSpPr>
      <dsp:spPr>
        <a:xfrm>
          <a:off x="5880414" y="2635982"/>
          <a:ext cx="183702" cy="1837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12700" dir="5400000" rotWithShape="0">
            <a:srgbClr val="000000">
              <a:alpha val="37000"/>
            </a:srgbClr>
          </a:outerShdw>
        </a:effectLst>
        <a:sp3d extrusionH="152250" prstMaterial="matte">
          <a:bevelT w="165100" prst="coolSlant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C94262C-F0F7-45C3-908B-D12488F08BC1}">
      <dsp:nvSpPr>
        <dsp:cNvPr id="0" name=""/>
        <dsp:cNvSpPr/>
      </dsp:nvSpPr>
      <dsp:spPr>
        <a:xfrm>
          <a:off x="5543732" y="2635982"/>
          <a:ext cx="183702" cy="1837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12700" dir="5400000" rotWithShape="0">
            <a:srgbClr val="000000">
              <a:alpha val="37000"/>
            </a:srgbClr>
          </a:outerShdw>
        </a:effectLst>
        <a:sp3d extrusionH="152250" prstMaterial="matte">
          <a:bevelT w="165100" prst="coolSlant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8BCB616-748C-4A3F-9812-7401E765F3D5}">
      <dsp:nvSpPr>
        <dsp:cNvPr id="0" name=""/>
        <dsp:cNvSpPr/>
      </dsp:nvSpPr>
      <dsp:spPr>
        <a:xfrm>
          <a:off x="5207690" y="2635982"/>
          <a:ext cx="183702" cy="1837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12700" dir="5400000" rotWithShape="0">
            <a:srgbClr val="000000">
              <a:alpha val="37000"/>
            </a:srgbClr>
          </a:outerShdw>
        </a:effectLst>
        <a:sp3d extrusionH="152250" prstMaterial="matte">
          <a:bevelT w="165100" prst="coolSlant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2F2E1FD-3195-43A9-8C2C-5A88B9F1EED3}">
      <dsp:nvSpPr>
        <dsp:cNvPr id="0" name=""/>
        <dsp:cNvSpPr/>
      </dsp:nvSpPr>
      <dsp:spPr>
        <a:xfrm>
          <a:off x="4871008" y="2635982"/>
          <a:ext cx="183702" cy="1837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12700" dir="5400000" rotWithShape="0">
            <a:srgbClr val="000000">
              <a:alpha val="37000"/>
            </a:srgbClr>
          </a:outerShdw>
        </a:effectLst>
        <a:sp3d extrusionH="152250" prstMaterial="matte">
          <a:bevelT w="165100" prst="coolSlant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F4B90A1-2355-408E-8099-386F7F79C4F6}">
      <dsp:nvSpPr>
        <dsp:cNvPr id="0" name=""/>
        <dsp:cNvSpPr/>
      </dsp:nvSpPr>
      <dsp:spPr>
        <a:xfrm>
          <a:off x="4350623" y="2544132"/>
          <a:ext cx="367405" cy="36770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12700" dir="5400000" rotWithShape="0">
            <a:srgbClr val="000000">
              <a:alpha val="37000"/>
            </a:srgbClr>
          </a:outerShdw>
        </a:effectLst>
        <a:sp3d extrusionH="152250" prstMaterial="matte">
          <a:bevelT w="165100" prst="coolSlant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1857EB3-5A87-4402-B657-8EE246CE5636}">
      <dsp:nvSpPr>
        <dsp:cNvPr id="0" name=""/>
        <dsp:cNvSpPr/>
      </dsp:nvSpPr>
      <dsp:spPr>
        <a:xfrm>
          <a:off x="5917539" y="2256496"/>
          <a:ext cx="183702" cy="1837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12700" dir="5400000" rotWithShape="0">
            <a:srgbClr val="000000">
              <a:alpha val="37000"/>
            </a:srgbClr>
          </a:outerShdw>
        </a:effectLst>
        <a:sp3d extrusionH="152250" prstMaterial="matte">
          <a:bevelT w="165100" prst="coolSlant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61B70AA-8823-4BAB-8B7A-A4B17E3A030F}">
      <dsp:nvSpPr>
        <dsp:cNvPr id="0" name=""/>
        <dsp:cNvSpPr/>
      </dsp:nvSpPr>
      <dsp:spPr>
        <a:xfrm>
          <a:off x="5917539" y="3018187"/>
          <a:ext cx="183702" cy="1837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12700" dir="5400000" rotWithShape="0">
            <a:srgbClr val="000000">
              <a:alpha val="37000"/>
            </a:srgbClr>
          </a:outerShdw>
        </a:effectLst>
        <a:sp3d extrusionH="152250" prstMaterial="matte">
          <a:bevelT w="165100" prst="coolSlant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680C94B-4E89-46D7-A737-1D3C2B6A38DD}">
      <dsp:nvSpPr>
        <dsp:cNvPr id="0" name=""/>
        <dsp:cNvSpPr/>
      </dsp:nvSpPr>
      <dsp:spPr>
        <a:xfrm>
          <a:off x="6081400" y="2421464"/>
          <a:ext cx="183702" cy="1837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12700" dir="5400000" rotWithShape="0">
            <a:srgbClr val="000000">
              <a:alpha val="37000"/>
            </a:srgbClr>
          </a:outerShdw>
        </a:effectLst>
        <a:sp3d extrusionH="152250" prstMaterial="matte">
          <a:bevelT w="165100" prst="coolSlant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5910656-97F5-4852-B648-7944B5E2881F}">
      <dsp:nvSpPr>
        <dsp:cNvPr id="0" name=""/>
        <dsp:cNvSpPr/>
      </dsp:nvSpPr>
      <dsp:spPr>
        <a:xfrm>
          <a:off x="6092281" y="2854126"/>
          <a:ext cx="183702" cy="1837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12700" dir="5400000" rotWithShape="0">
            <a:srgbClr val="000000">
              <a:alpha val="37000"/>
            </a:srgbClr>
          </a:outerShdw>
        </a:effectLst>
        <a:sp3d extrusionH="152250" prstMaterial="matte">
          <a:bevelT w="165100" prst="coolSlant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3FF07BB-11FF-446C-BF21-9D3CBC31E88F}">
      <dsp:nvSpPr>
        <dsp:cNvPr id="0" name=""/>
        <dsp:cNvSpPr/>
      </dsp:nvSpPr>
      <dsp:spPr>
        <a:xfrm>
          <a:off x="2338212" y="1797851"/>
          <a:ext cx="1860072" cy="186026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12700" dir="5400000" rotWithShape="0">
            <a:srgbClr val="000000">
              <a:alpha val="37000"/>
            </a:srgbClr>
          </a:outerShdw>
        </a:effectLst>
        <a:sp3d extrusionH="152250" prstMaterial="matte">
          <a:bevelT w="165100" prst="coolSlant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0640" tIns="40640" rIns="40640" bIns="40640" numCol="1" spcCol="1270" anchor="ctr" anchorCtr="0">
          <a:noAutofit/>
          <a:sp3d extrusionH="28000" prstMaterial="matte"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smtClean="0"/>
            <a:t>Risk Pricing</a:t>
          </a:r>
          <a:endParaRPr lang="en-US" sz="3200" kern="1200" dirty="0"/>
        </a:p>
      </dsp:txBody>
      <dsp:txXfrm>
        <a:off x="2610613" y="2070281"/>
        <a:ext cx="1315270" cy="1315405"/>
      </dsp:txXfrm>
    </dsp:sp>
    <dsp:sp modelId="{F2EB47B0-2658-4B6E-9177-D411972168BB}">
      <dsp:nvSpPr>
        <dsp:cNvPr id="0" name=""/>
        <dsp:cNvSpPr/>
      </dsp:nvSpPr>
      <dsp:spPr>
        <a:xfrm>
          <a:off x="2199314" y="1638926"/>
          <a:ext cx="367405" cy="36770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12700" dir="5400000" rotWithShape="0">
            <a:srgbClr val="000000">
              <a:alpha val="37000"/>
            </a:srgbClr>
          </a:outerShdw>
        </a:effectLst>
        <a:sp3d extrusionH="152250" prstMaterial="matte">
          <a:bevelT w="165100" prst="coolSlant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FF72FF4-76C2-419F-AD01-E889354C8396}">
      <dsp:nvSpPr>
        <dsp:cNvPr id="0" name=""/>
        <dsp:cNvSpPr/>
      </dsp:nvSpPr>
      <dsp:spPr>
        <a:xfrm>
          <a:off x="1963765" y="1444953"/>
          <a:ext cx="183702" cy="1837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12700" dir="5400000" rotWithShape="0">
            <a:srgbClr val="000000">
              <a:alpha val="37000"/>
            </a:srgbClr>
          </a:outerShdw>
        </a:effectLst>
        <a:sp3d extrusionH="152250" prstMaterial="matte">
          <a:bevelT w="165100" prst="coolSlant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E64B76D-F822-4190-8902-62BF9F786947}">
      <dsp:nvSpPr>
        <dsp:cNvPr id="0" name=""/>
        <dsp:cNvSpPr/>
      </dsp:nvSpPr>
      <dsp:spPr>
        <a:xfrm>
          <a:off x="1571396" y="1444953"/>
          <a:ext cx="183702" cy="1837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12700" dir="5400000" rotWithShape="0">
            <a:srgbClr val="000000">
              <a:alpha val="37000"/>
            </a:srgbClr>
          </a:outerShdw>
        </a:effectLst>
        <a:sp3d extrusionH="152250" prstMaterial="matte">
          <a:bevelT w="165100" prst="coolSlant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C7B634B-7B84-4EB8-9590-0EFBADADFF22}">
      <dsp:nvSpPr>
        <dsp:cNvPr id="0" name=""/>
        <dsp:cNvSpPr/>
      </dsp:nvSpPr>
      <dsp:spPr>
        <a:xfrm>
          <a:off x="1179027" y="1444953"/>
          <a:ext cx="183702" cy="1837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12700" dir="5400000" rotWithShape="0">
            <a:srgbClr val="000000">
              <a:alpha val="37000"/>
            </a:srgbClr>
          </a:outerShdw>
        </a:effectLst>
        <a:sp3d extrusionH="152250" prstMaterial="matte">
          <a:bevelT w="165100" prst="coolSlant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5FB41F8-0FB8-449B-B82B-089B76F2362C}">
      <dsp:nvSpPr>
        <dsp:cNvPr id="0" name=""/>
        <dsp:cNvSpPr/>
      </dsp:nvSpPr>
      <dsp:spPr>
        <a:xfrm>
          <a:off x="786658" y="1444953"/>
          <a:ext cx="183702" cy="1837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12700" dir="5400000" rotWithShape="0">
            <a:srgbClr val="000000">
              <a:alpha val="37000"/>
            </a:srgbClr>
          </a:outerShdw>
        </a:effectLst>
        <a:sp3d extrusionH="152250" prstMaterial="matte">
          <a:bevelT w="165100" prst="coolSlant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E63681E-333A-453C-99C8-F70D2EAADED9}">
      <dsp:nvSpPr>
        <dsp:cNvPr id="0" name=""/>
        <dsp:cNvSpPr/>
      </dsp:nvSpPr>
      <dsp:spPr>
        <a:xfrm>
          <a:off x="393649" y="1444953"/>
          <a:ext cx="183702" cy="1837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12700" dir="5400000" rotWithShape="0">
            <a:srgbClr val="000000">
              <a:alpha val="37000"/>
            </a:srgbClr>
          </a:outerShdw>
        </a:effectLst>
        <a:sp3d extrusionH="152250" prstMaterial="matte">
          <a:bevelT w="165100" prst="coolSlant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4BB57AE-F3AB-4724-BAAB-76C8DF325AFE}">
      <dsp:nvSpPr>
        <dsp:cNvPr id="0" name=""/>
        <dsp:cNvSpPr/>
      </dsp:nvSpPr>
      <dsp:spPr>
        <a:xfrm>
          <a:off x="1280" y="1444953"/>
          <a:ext cx="183702" cy="1837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12700" dir="5400000" rotWithShape="0">
            <a:srgbClr val="000000">
              <a:alpha val="37000"/>
            </a:srgbClr>
          </a:outerShdw>
        </a:effectLst>
        <a:sp3d extrusionH="152250" prstMaterial="matte">
          <a:bevelT w="165100" prst="coolSlant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5D5F11B-1517-4997-AD26-1CB2DC3C8A7D}">
      <dsp:nvSpPr>
        <dsp:cNvPr id="0" name=""/>
        <dsp:cNvSpPr/>
      </dsp:nvSpPr>
      <dsp:spPr>
        <a:xfrm>
          <a:off x="0" y="970898"/>
          <a:ext cx="2153229" cy="4725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  <a:sp3d extrusionH="28000" prstMaterial="matte"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Market Data</a:t>
          </a:r>
          <a:endParaRPr lang="en-US" sz="1900" kern="1200" dirty="0"/>
        </a:p>
      </dsp:txBody>
      <dsp:txXfrm>
        <a:off x="0" y="970898"/>
        <a:ext cx="2153229" cy="472544"/>
      </dsp:txXfrm>
    </dsp:sp>
    <dsp:sp modelId="{3E04C3CA-278D-4A85-BCE1-CA0A716BFD82}">
      <dsp:nvSpPr>
        <dsp:cNvPr id="0" name=""/>
        <dsp:cNvSpPr/>
      </dsp:nvSpPr>
      <dsp:spPr>
        <a:xfrm>
          <a:off x="1817827" y="2544132"/>
          <a:ext cx="367405" cy="36770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12700" dir="5400000" rotWithShape="0">
            <a:srgbClr val="000000">
              <a:alpha val="37000"/>
            </a:srgbClr>
          </a:outerShdw>
        </a:effectLst>
        <a:sp3d extrusionH="152250" prstMaterial="matte">
          <a:bevelT w="165100" prst="coolSlant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3D0CB7F-C1F4-477A-AAF5-D282BC6A0A18}">
      <dsp:nvSpPr>
        <dsp:cNvPr id="0" name=""/>
        <dsp:cNvSpPr/>
      </dsp:nvSpPr>
      <dsp:spPr>
        <a:xfrm>
          <a:off x="1454261" y="2635982"/>
          <a:ext cx="183702" cy="1837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12700" dir="5400000" rotWithShape="0">
            <a:srgbClr val="000000">
              <a:alpha val="37000"/>
            </a:srgbClr>
          </a:outerShdw>
        </a:effectLst>
        <a:sp3d extrusionH="152250" prstMaterial="matte">
          <a:bevelT w="165100" prst="coolSlant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C354779-34BF-41A8-8489-A3A344E26D4C}">
      <dsp:nvSpPr>
        <dsp:cNvPr id="0" name=""/>
        <dsp:cNvSpPr/>
      </dsp:nvSpPr>
      <dsp:spPr>
        <a:xfrm>
          <a:off x="1091336" y="2635982"/>
          <a:ext cx="183702" cy="1837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12700" dir="5400000" rotWithShape="0">
            <a:srgbClr val="000000">
              <a:alpha val="37000"/>
            </a:srgbClr>
          </a:outerShdw>
        </a:effectLst>
        <a:sp3d extrusionH="152250" prstMaterial="matte">
          <a:bevelT w="165100" prst="coolSlant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8336B1F-37F7-457F-8497-85503ED5D948}">
      <dsp:nvSpPr>
        <dsp:cNvPr id="0" name=""/>
        <dsp:cNvSpPr/>
      </dsp:nvSpPr>
      <dsp:spPr>
        <a:xfrm>
          <a:off x="727770" y="2635982"/>
          <a:ext cx="183702" cy="1837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12700" dir="5400000" rotWithShape="0">
            <a:srgbClr val="000000">
              <a:alpha val="37000"/>
            </a:srgbClr>
          </a:outerShdw>
        </a:effectLst>
        <a:sp3d extrusionH="152250" prstMaterial="matte">
          <a:bevelT w="165100" prst="coolSlant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B337C28-DB6D-439B-B3FB-C21D21E55729}">
      <dsp:nvSpPr>
        <dsp:cNvPr id="0" name=""/>
        <dsp:cNvSpPr/>
      </dsp:nvSpPr>
      <dsp:spPr>
        <a:xfrm>
          <a:off x="364845" y="2635982"/>
          <a:ext cx="183702" cy="1837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12700" dir="5400000" rotWithShape="0">
            <a:srgbClr val="000000">
              <a:alpha val="37000"/>
            </a:srgbClr>
          </a:outerShdw>
        </a:effectLst>
        <a:sp3d extrusionH="152250" prstMaterial="matte">
          <a:bevelT w="165100" prst="coolSlant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30E6801-4DCA-441F-BA5F-87D16246C2B5}">
      <dsp:nvSpPr>
        <dsp:cNvPr id="0" name=""/>
        <dsp:cNvSpPr/>
      </dsp:nvSpPr>
      <dsp:spPr>
        <a:xfrm>
          <a:off x="1280" y="2635982"/>
          <a:ext cx="183702" cy="1837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12700" dir="5400000" rotWithShape="0">
            <a:srgbClr val="000000">
              <a:alpha val="37000"/>
            </a:srgbClr>
          </a:outerShdw>
        </a:effectLst>
        <a:sp3d extrusionH="152250" prstMaterial="matte">
          <a:bevelT w="165100" prst="coolSlant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07A9266-AC10-47B2-B912-2E39A6C9779E}">
      <dsp:nvSpPr>
        <dsp:cNvPr id="0" name=""/>
        <dsp:cNvSpPr/>
      </dsp:nvSpPr>
      <dsp:spPr>
        <a:xfrm>
          <a:off x="0" y="2165855"/>
          <a:ext cx="1628363" cy="4725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  <a:sp3d extrusionH="28000" prstMaterial="matte"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Sentiment Data</a:t>
          </a:r>
          <a:endParaRPr lang="en-US" sz="1900" kern="1200" dirty="0"/>
        </a:p>
      </dsp:txBody>
      <dsp:txXfrm>
        <a:off x="0" y="2165855"/>
        <a:ext cx="1628363" cy="472544"/>
      </dsp:txXfrm>
    </dsp:sp>
    <dsp:sp modelId="{500F1BD4-D51C-4A2E-8750-8720F3AED704}">
      <dsp:nvSpPr>
        <dsp:cNvPr id="0" name=""/>
        <dsp:cNvSpPr/>
      </dsp:nvSpPr>
      <dsp:spPr>
        <a:xfrm>
          <a:off x="2199314" y="3434232"/>
          <a:ext cx="367405" cy="36770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12700" dir="5400000" rotWithShape="0">
            <a:srgbClr val="000000">
              <a:alpha val="37000"/>
            </a:srgbClr>
          </a:outerShdw>
        </a:effectLst>
        <a:sp3d extrusionH="152250" prstMaterial="matte">
          <a:bevelT w="165100" prst="coolSlant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C481CEE-7FCA-4A5A-BF46-E843CB000775}">
      <dsp:nvSpPr>
        <dsp:cNvPr id="0" name=""/>
        <dsp:cNvSpPr/>
      </dsp:nvSpPr>
      <dsp:spPr>
        <a:xfrm>
          <a:off x="1963765" y="3808581"/>
          <a:ext cx="183702" cy="1837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12700" dir="5400000" rotWithShape="0">
            <a:srgbClr val="000000">
              <a:alpha val="37000"/>
            </a:srgbClr>
          </a:outerShdw>
        </a:effectLst>
        <a:sp3d extrusionH="152250" prstMaterial="matte">
          <a:bevelT w="165100" prst="coolSlant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0D6598E-3100-48F5-9ABC-8320D246CCB4}">
      <dsp:nvSpPr>
        <dsp:cNvPr id="0" name=""/>
        <dsp:cNvSpPr/>
      </dsp:nvSpPr>
      <dsp:spPr>
        <a:xfrm>
          <a:off x="1571396" y="3808581"/>
          <a:ext cx="183702" cy="1837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12700" dir="5400000" rotWithShape="0">
            <a:srgbClr val="000000">
              <a:alpha val="37000"/>
            </a:srgbClr>
          </a:outerShdw>
        </a:effectLst>
        <a:sp3d extrusionH="152250" prstMaterial="matte">
          <a:bevelT w="165100" prst="coolSlant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FC7CD50-2E42-4A78-8236-2662AA0452FE}">
      <dsp:nvSpPr>
        <dsp:cNvPr id="0" name=""/>
        <dsp:cNvSpPr/>
      </dsp:nvSpPr>
      <dsp:spPr>
        <a:xfrm>
          <a:off x="1179027" y="3808581"/>
          <a:ext cx="183702" cy="1837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12700" dir="5400000" rotWithShape="0">
            <a:srgbClr val="000000">
              <a:alpha val="37000"/>
            </a:srgbClr>
          </a:outerShdw>
        </a:effectLst>
        <a:sp3d extrusionH="152250" prstMaterial="matte">
          <a:bevelT w="165100" prst="coolSlant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DB71573-A15D-473B-AF11-519788DFA05C}">
      <dsp:nvSpPr>
        <dsp:cNvPr id="0" name=""/>
        <dsp:cNvSpPr/>
      </dsp:nvSpPr>
      <dsp:spPr>
        <a:xfrm>
          <a:off x="786658" y="3808581"/>
          <a:ext cx="183702" cy="1837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12700" dir="5400000" rotWithShape="0">
            <a:srgbClr val="000000">
              <a:alpha val="37000"/>
            </a:srgbClr>
          </a:outerShdw>
        </a:effectLst>
        <a:sp3d extrusionH="152250" prstMaterial="matte">
          <a:bevelT w="165100" prst="coolSlant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5D67EE5-599D-448D-9518-CAF310D05B91}">
      <dsp:nvSpPr>
        <dsp:cNvPr id="0" name=""/>
        <dsp:cNvSpPr/>
      </dsp:nvSpPr>
      <dsp:spPr>
        <a:xfrm>
          <a:off x="393649" y="3808581"/>
          <a:ext cx="183702" cy="1837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12700" dir="5400000" rotWithShape="0">
            <a:srgbClr val="000000">
              <a:alpha val="37000"/>
            </a:srgbClr>
          </a:outerShdw>
        </a:effectLst>
        <a:sp3d extrusionH="152250" prstMaterial="matte">
          <a:bevelT w="165100" prst="coolSlant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6DEEF0C-144A-4A1F-8F81-67999600C0C7}">
      <dsp:nvSpPr>
        <dsp:cNvPr id="0" name=""/>
        <dsp:cNvSpPr/>
      </dsp:nvSpPr>
      <dsp:spPr>
        <a:xfrm>
          <a:off x="1280" y="3808581"/>
          <a:ext cx="183702" cy="1837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12700" dir="5400000" rotWithShape="0">
            <a:srgbClr val="000000">
              <a:alpha val="37000"/>
            </a:srgbClr>
          </a:outerShdw>
        </a:effectLst>
        <a:sp3d extrusionH="152250" prstMaterial="matte">
          <a:bevelT w="165100" prst="coolSlant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7AA732A-4C54-45A6-A465-AD741DD22992}">
      <dsp:nvSpPr>
        <dsp:cNvPr id="0" name=""/>
        <dsp:cNvSpPr/>
      </dsp:nvSpPr>
      <dsp:spPr>
        <a:xfrm>
          <a:off x="0" y="3334224"/>
          <a:ext cx="2153229" cy="4725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  <a:sp3d extrusionH="28000" prstMaterial="matte"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…</a:t>
          </a:r>
          <a:endParaRPr lang="en-US" sz="1900" kern="1200" dirty="0"/>
        </a:p>
      </dsp:txBody>
      <dsp:txXfrm>
        <a:off x="0" y="3334224"/>
        <a:ext cx="2153229" cy="47254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513930-97ED-4E4E-9943-CF42B65C3D5F}">
      <dsp:nvSpPr>
        <dsp:cNvPr id="0" name=""/>
        <dsp:cNvSpPr/>
      </dsp:nvSpPr>
      <dsp:spPr>
        <a:xfrm>
          <a:off x="2135997" y="160521"/>
          <a:ext cx="3185725" cy="1106360"/>
        </a:xfrm>
        <a:prstGeom prst="ellipse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53BEB1-F1B0-4471-9842-CD5AA6057D87}">
      <dsp:nvSpPr>
        <dsp:cNvPr id="0" name=""/>
        <dsp:cNvSpPr/>
      </dsp:nvSpPr>
      <dsp:spPr>
        <a:xfrm>
          <a:off x="3425105" y="2869622"/>
          <a:ext cx="617388" cy="395128"/>
        </a:xfrm>
        <a:prstGeom prst="downArrow">
          <a:avLst/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100000"/>
                <a:shade val="100000"/>
                <a:satMod val="100000"/>
                <a:lumMod val="9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95000"/>
                <a:shade val="100000"/>
                <a:satMod val="110000"/>
                <a:lumMod val="105000"/>
              </a:schemeClr>
            </a:gs>
          </a:gsLst>
          <a:path path="circle">
            <a:fillToRect l="40000" t="100000" r="40000" b="100000"/>
          </a:path>
        </a:gradFill>
        <a:ln>
          <a:noFill/>
        </a:ln>
        <a:effectLst>
          <a:outerShdw blurRad="50800" dist="25400" dir="5040000" rotWithShape="0">
            <a:srgbClr val="000000">
              <a:alpha val="44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dkEdge">
          <a:bevelT w="38100" h="25400" prst="coolSlant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/>
      </dsp:style>
    </dsp:sp>
    <dsp:sp modelId="{B02D1F6B-F0F8-4CDA-94E3-6586D70F350F}">
      <dsp:nvSpPr>
        <dsp:cNvPr id="0" name=""/>
        <dsp:cNvSpPr/>
      </dsp:nvSpPr>
      <dsp:spPr>
        <a:xfrm>
          <a:off x="2252067" y="3185725"/>
          <a:ext cx="2963466" cy="740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“Pay by the drink” cloud service for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Financial Risk Management</a:t>
          </a:r>
          <a:endParaRPr lang="en-US" sz="14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2252067" y="3185725"/>
        <a:ext cx="2963466" cy="740866"/>
      </dsp:txXfrm>
    </dsp:sp>
    <dsp:sp modelId="{01DEDD22-553A-454C-8CB4-8BDE2171A8D5}">
      <dsp:nvSpPr>
        <dsp:cNvPr id="0" name=""/>
        <dsp:cNvSpPr/>
      </dsp:nvSpPr>
      <dsp:spPr>
        <a:xfrm>
          <a:off x="3294219" y="1352328"/>
          <a:ext cx="1111299" cy="1111299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00000"/>
                <a:lumMod val="9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5000"/>
                <a:shade val="100000"/>
                <a:satMod val="110000"/>
                <a:lumMod val="105000"/>
              </a:schemeClr>
            </a:gs>
          </a:gsLst>
          <a:path path="circle">
            <a:fillToRect l="40000" t="100000" r="40000" b="100000"/>
          </a:path>
        </a:gradFill>
        <a:ln>
          <a:noFill/>
        </a:ln>
        <a:effectLst>
          <a:outerShdw blurRad="50800" dist="25400" dir="5040000" rotWithShape="0">
            <a:srgbClr val="000000">
              <a:alpha val="44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dkEdge">
          <a:bevelT w="38100" h="25400" prst="coolSlant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Portfolio Construction</a:t>
          </a:r>
          <a:endParaRPr lang="en-US" sz="1100" kern="1200" dirty="0"/>
        </a:p>
      </dsp:txBody>
      <dsp:txXfrm>
        <a:off x="3456965" y="1515074"/>
        <a:ext cx="785807" cy="785807"/>
      </dsp:txXfrm>
    </dsp:sp>
    <dsp:sp modelId="{2FB823A9-59DD-41A2-BA60-E7A37DDB037D}">
      <dsp:nvSpPr>
        <dsp:cNvPr id="0" name=""/>
        <dsp:cNvSpPr/>
      </dsp:nvSpPr>
      <dsp:spPr>
        <a:xfrm>
          <a:off x="2499022" y="518606"/>
          <a:ext cx="1111299" cy="1111299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00000"/>
                <a:lumMod val="9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5000"/>
                <a:shade val="100000"/>
                <a:satMod val="110000"/>
                <a:lumMod val="105000"/>
              </a:schemeClr>
            </a:gs>
          </a:gsLst>
          <a:path path="circle">
            <a:fillToRect l="40000" t="100000" r="40000" b="100000"/>
          </a:path>
        </a:gradFill>
        <a:ln>
          <a:noFill/>
        </a:ln>
        <a:effectLst>
          <a:outerShdw blurRad="50800" dist="25400" dir="5040000" rotWithShape="0">
            <a:srgbClr val="000000">
              <a:alpha val="44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dkEdge">
          <a:bevelT w="38100" h="25400" prst="coolSlant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Algorithmic Trading</a:t>
          </a:r>
          <a:endParaRPr lang="en-US" sz="1100" kern="1200" dirty="0"/>
        </a:p>
      </dsp:txBody>
      <dsp:txXfrm>
        <a:off x="2661768" y="681352"/>
        <a:ext cx="785807" cy="785807"/>
      </dsp:txXfrm>
    </dsp:sp>
    <dsp:sp modelId="{51FD6B82-684A-43EE-BA07-CF6B818CBE56}">
      <dsp:nvSpPr>
        <dsp:cNvPr id="0" name=""/>
        <dsp:cNvSpPr/>
      </dsp:nvSpPr>
      <dsp:spPr>
        <a:xfrm>
          <a:off x="3635017" y="249918"/>
          <a:ext cx="1111299" cy="1111299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00000"/>
                <a:lumMod val="9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5000"/>
                <a:shade val="100000"/>
                <a:satMod val="110000"/>
                <a:lumMod val="105000"/>
              </a:schemeClr>
            </a:gs>
          </a:gsLst>
          <a:path path="circle">
            <a:fillToRect l="40000" t="100000" r="40000" b="100000"/>
          </a:path>
        </a:gradFill>
        <a:ln>
          <a:noFill/>
        </a:ln>
        <a:effectLst>
          <a:outerShdw blurRad="50800" dist="25400" dir="5040000" rotWithShape="0">
            <a:srgbClr val="000000">
              <a:alpha val="44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dkEdge">
          <a:bevelT w="38100" h="25400" prst="coolSlant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Risk Assessment</a:t>
          </a:r>
          <a:endParaRPr lang="en-US" sz="1100" kern="1200" dirty="0"/>
        </a:p>
      </dsp:txBody>
      <dsp:txXfrm>
        <a:off x="3797763" y="412664"/>
        <a:ext cx="785807" cy="785807"/>
      </dsp:txXfrm>
    </dsp:sp>
    <dsp:sp modelId="{AD25BB71-AE7C-42E4-8118-B058EDBDB51C}">
      <dsp:nvSpPr>
        <dsp:cNvPr id="0" name=""/>
        <dsp:cNvSpPr/>
      </dsp:nvSpPr>
      <dsp:spPr>
        <a:xfrm>
          <a:off x="2005111" y="24695"/>
          <a:ext cx="3457377" cy="2765901"/>
        </a:xfrm>
        <a:prstGeom prst="funnel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B7DE6C-A529-4297-A53E-0C31959CBC32}">
      <dsp:nvSpPr>
        <dsp:cNvPr id="0" name=""/>
        <dsp:cNvSpPr/>
      </dsp:nvSpPr>
      <dsp:spPr>
        <a:xfrm>
          <a:off x="2831999" y="2147442"/>
          <a:ext cx="1803600" cy="180360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00000"/>
                <a:lumMod val="9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5000"/>
                <a:shade val="100000"/>
                <a:satMod val="110000"/>
                <a:lumMod val="105000"/>
              </a:schemeClr>
            </a:gs>
          </a:gsLst>
          <a:path path="circle">
            <a:fillToRect l="40000" t="100000" r="40000" b="100000"/>
          </a:path>
        </a:gradFill>
        <a:ln>
          <a:noFill/>
        </a:ln>
        <a:effectLst>
          <a:outerShdw blurRad="50800" dist="25400" dir="5040000" rotWithShape="0">
            <a:srgbClr val="000000">
              <a:alpha val="44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dkEdge">
          <a:bevelT w="38100" h="25400" prst="coolSlant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0955" tIns="20955" rIns="20955" bIns="20955" numCol="1" spcCol="1270" anchor="ctr" anchorCtr="0">
          <a:noAutofit/>
        </a:bodyPr>
        <a:lstStyle/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300" kern="1200" dirty="0" smtClean="0"/>
            <a:t>Price of Risk</a:t>
          </a:r>
          <a:endParaRPr lang="en-US" sz="3300" kern="1200" dirty="0"/>
        </a:p>
      </dsp:txBody>
      <dsp:txXfrm>
        <a:off x="3096130" y="2411573"/>
        <a:ext cx="1275338" cy="1275338"/>
      </dsp:txXfrm>
    </dsp:sp>
    <dsp:sp modelId="{FB668947-469B-4595-BBCE-569FE889209C}">
      <dsp:nvSpPr>
        <dsp:cNvPr id="0" name=""/>
        <dsp:cNvSpPr/>
      </dsp:nvSpPr>
      <dsp:spPr>
        <a:xfrm rot="12900000">
          <a:off x="1672712" y="1832685"/>
          <a:ext cx="1381429" cy="514026"/>
        </a:xfrm>
        <a:prstGeom prst="lef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100000"/>
                <a:shade val="100000"/>
                <a:satMod val="100000"/>
                <a:lumMod val="9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95000"/>
                <a:shade val="100000"/>
                <a:satMod val="110000"/>
                <a:lumMod val="105000"/>
              </a:schemeClr>
            </a:gs>
          </a:gsLst>
          <a:path path="circle">
            <a:fillToRect l="40000" t="100000" r="40000" b="100000"/>
          </a:path>
        </a:gradFill>
        <a:ln>
          <a:noFill/>
        </a:ln>
        <a:effectLst>
          <a:outerShdw blurRad="50800" dist="25400" dir="5040000" rotWithShape="0">
            <a:srgbClr val="000000">
              <a:alpha val="44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dkEdge">
          <a:bevelT w="38100" h="25400" prst="coolSlant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94C5F997-DE63-482E-AF05-00760AAB08C3}">
      <dsp:nvSpPr>
        <dsp:cNvPr id="0" name=""/>
        <dsp:cNvSpPr/>
      </dsp:nvSpPr>
      <dsp:spPr>
        <a:xfrm>
          <a:off x="940917" y="1008152"/>
          <a:ext cx="1713420" cy="137073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00000"/>
                <a:lumMod val="9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5000"/>
                <a:shade val="100000"/>
                <a:satMod val="110000"/>
                <a:lumMod val="105000"/>
              </a:schemeClr>
            </a:gs>
          </a:gsLst>
          <a:path path="circle">
            <a:fillToRect l="40000" t="100000" r="40000" b="100000"/>
          </a:path>
        </a:gradFill>
        <a:ln>
          <a:noFill/>
        </a:ln>
        <a:effectLst>
          <a:outerShdw blurRad="50800" dist="25400" dir="5040000" rotWithShape="0">
            <a:srgbClr val="000000">
              <a:alpha val="44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dkEdge">
          <a:bevelT w="38100" h="25400" prst="coolSlant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Market</a:t>
          </a:r>
          <a:endParaRPr lang="en-US" sz="2400" kern="1200" dirty="0"/>
        </a:p>
      </dsp:txBody>
      <dsp:txXfrm>
        <a:off x="981064" y="1048299"/>
        <a:ext cx="1633126" cy="1290442"/>
      </dsp:txXfrm>
    </dsp:sp>
    <dsp:sp modelId="{06AE91DD-1F91-4147-962E-C95DB2D12FC9}">
      <dsp:nvSpPr>
        <dsp:cNvPr id="0" name=""/>
        <dsp:cNvSpPr/>
      </dsp:nvSpPr>
      <dsp:spPr>
        <a:xfrm rot="16200000">
          <a:off x="3043085" y="1119314"/>
          <a:ext cx="1381429" cy="514026"/>
        </a:xfrm>
        <a:prstGeom prst="lef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100000"/>
                <a:shade val="100000"/>
                <a:satMod val="100000"/>
                <a:lumMod val="9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95000"/>
                <a:shade val="100000"/>
                <a:satMod val="110000"/>
                <a:lumMod val="105000"/>
              </a:schemeClr>
            </a:gs>
          </a:gsLst>
          <a:path path="circle">
            <a:fillToRect l="40000" t="100000" r="40000" b="100000"/>
          </a:path>
        </a:gradFill>
        <a:ln>
          <a:noFill/>
        </a:ln>
        <a:effectLst>
          <a:outerShdw blurRad="50800" dist="25400" dir="5040000" rotWithShape="0">
            <a:srgbClr val="000000">
              <a:alpha val="44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dkEdge">
          <a:bevelT w="38100" h="25400" prst="coolSlant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02D331E4-9775-463A-9ADD-605250613E10}">
      <dsp:nvSpPr>
        <dsp:cNvPr id="0" name=""/>
        <dsp:cNvSpPr/>
      </dsp:nvSpPr>
      <dsp:spPr>
        <a:xfrm>
          <a:off x="2877089" y="244"/>
          <a:ext cx="1713420" cy="137073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00000"/>
                <a:lumMod val="9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5000"/>
                <a:shade val="100000"/>
                <a:satMod val="110000"/>
                <a:lumMod val="105000"/>
              </a:schemeClr>
            </a:gs>
          </a:gsLst>
          <a:path path="circle">
            <a:fillToRect l="40000" t="100000" r="40000" b="100000"/>
          </a:path>
        </a:gradFill>
        <a:ln>
          <a:noFill/>
        </a:ln>
        <a:effectLst>
          <a:outerShdw blurRad="50800" dist="25400" dir="5040000" rotWithShape="0">
            <a:srgbClr val="000000">
              <a:alpha val="44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dkEdge">
          <a:bevelT w="38100" h="25400" prst="coolSlant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Regulations</a:t>
          </a:r>
          <a:endParaRPr lang="en-US" sz="2400" kern="1200" dirty="0"/>
        </a:p>
      </dsp:txBody>
      <dsp:txXfrm>
        <a:off x="2917236" y="40391"/>
        <a:ext cx="1633126" cy="1290442"/>
      </dsp:txXfrm>
    </dsp:sp>
    <dsp:sp modelId="{03611E55-5232-4828-928A-ACC3E9518C18}">
      <dsp:nvSpPr>
        <dsp:cNvPr id="0" name=""/>
        <dsp:cNvSpPr/>
      </dsp:nvSpPr>
      <dsp:spPr>
        <a:xfrm rot="19500000">
          <a:off x="4413457" y="1832685"/>
          <a:ext cx="1381429" cy="514026"/>
        </a:xfrm>
        <a:prstGeom prst="lef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100000"/>
                <a:shade val="100000"/>
                <a:satMod val="100000"/>
                <a:lumMod val="9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95000"/>
                <a:shade val="100000"/>
                <a:satMod val="110000"/>
                <a:lumMod val="105000"/>
              </a:schemeClr>
            </a:gs>
          </a:gsLst>
          <a:path path="circle">
            <a:fillToRect l="40000" t="100000" r="40000" b="100000"/>
          </a:path>
        </a:gradFill>
        <a:ln>
          <a:noFill/>
        </a:ln>
        <a:effectLst>
          <a:outerShdw blurRad="50800" dist="25400" dir="5040000" rotWithShape="0">
            <a:srgbClr val="000000">
              <a:alpha val="44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dkEdge">
          <a:bevelT w="38100" h="25400" prst="coolSlant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B57C308D-8F9B-4369-AE41-806F2BE72432}">
      <dsp:nvSpPr>
        <dsp:cNvPr id="0" name=""/>
        <dsp:cNvSpPr/>
      </dsp:nvSpPr>
      <dsp:spPr>
        <a:xfrm>
          <a:off x="4813262" y="1008152"/>
          <a:ext cx="1713420" cy="137073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00000"/>
                <a:lumMod val="9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5000"/>
                <a:shade val="100000"/>
                <a:satMod val="110000"/>
                <a:lumMod val="105000"/>
              </a:schemeClr>
            </a:gs>
          </a:gsLst>
          <a:path path="circle">
            <a:fillToRect l="40000" t="100000" r="40000" b="100000"/>
          </a:path>
        </a:gradFill>
        <a:ln>
          <a:noFill/>
        </a:ln>
        <a:effectLst>
          <a:outerShdw blurRad="50800" dist="25400" dir="5040000" rotWithShape="0">
            <a:srgbClr val="000000">
              <a:alpha val="44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dkEdge">
          <a:bevelT w="38100" h="25400" prst="coolSlant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Sentiment</a:t>
          </a:r>
          <a:endParaRPr lang="en-US" sz="2400" kern="1200" dirty="0"/>
        </a:p>
      </dsp:txBody>
      <dsp:txXfrm>
        <a:off x="4853409" y="1048299"/>
        <a:ext cx="1633126" cy="129044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91C442-7A40-416C-97D0-2D1EDC5ACAE8}">
      <dsp:nvSpPr>
        <dsp:cNvPr id="0" name=""/>
        <dsp:cNvSpPr/>
      </dsp:nvSpPr>
      <dsp:spPr>
        <a:xfrm>
          <a:off x="986" y="1091554"/>
          <a:ext cx="1239318" cy="62617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00000"/>
                <a:lumMod val="9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5000"/>
                <a:shade val="100000"/>
                <a:satMod val="110000"/>
                <a:lumMod val="105000"/>
              </a:schemeClr>
            </a:gs>
          </a:gsLst>
          <a:path path="circle">
            <a:fillToRect l="40000" t="100000" r="40000" b="100000"/>
          </a:path>
        </a:gradFill>
        <a:ln>
          <a:noFill/>
        </a:ln>
        <a:effectLst>
          <a:outerShdw blurRad="50800" dist="12700" dir="5400000" rotWithShape="0">
            <a:srgbClr val="000000">
              <a:alpha val="37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41910" numCol="1" spcCol="1270" anchor="t" anchorCtr="0">
          <a:noAutofit/>
        </a:bodyPr>
        <a:lstStyle/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Aug 2013 </a:t>
          </a:r>
          <a:br>
            <a:rPr lang="en-US" sz="1100" kern="1200" dirty="0" smtClean="0"/>
          </a:br>
          <a:r>
            <a:rPr lang="en-US" sz="1100" kern="1200" dirty="0" smtClean="0"/>
            <a:t>(Open Positions)</a:t>
          </a:r>
          <a:endParaRPr lang="en-US" sz="1100" kern="1200" dirty="0"/>
        </a:p>
      </dsp:txBody>
      <dsp:txXfrm>
        <a:off x="986" y="1091554"/>
        <a:ext cx="1239318" cy="417446"/>
      </dsp:txXfrm>
    </dsp:sp>
    <dsp:sp modelId="{7A7FA498-31EF-4BC3-B6BB-ADB35275FB7D}">
      <dsp:nvSpPr>
        <dsp:cNvPr id="0" name=""/>
        <dsp:cNvSpPr/>
      </dsp:nvSpPr>
      <dsp:spPr>
        <a:xfrm>
          <a:off x="254822" y="1509001"/>
          <a:ext cx="1239318" cy="1350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100" kern="1200" dirty="0" smtClean="0"/>
            <a:t>Equity Portfolio Modeling</a:t>
          </a:r>
          <a:endParaRPr lang="en-US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100" kern="1200" dirty="0" smtClean="0"/>
            <a:t>Market Data Store</a:t>
          </a:r>
          <a:endParaRPr lang="en-US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100" kern="1200" dirty="0" smtClean="0"/>
            <a:t>Analyzer UI framework</a:t>
          </a:r>
          <a:endParaRPr lang="en-US" sz="1100" kern="1200" dirty="0"/>
        </a:p>
      </dsp:txBody>
      <dsp:txXfrm>
        <a:off x="291120" y="1545299"/>
        <a:ext cx="1166722" cy="1278135"/>
      </dsp:txXfrm>
    </dsp:sp>
    <dsp:sp modelId="{37D8455D-9A5F-45B8-A406-389E432A9ADC}">
      <dsp:nvSpPr>
        <dsp:cNvPr id="0" name=""/>
        <dsp:cNvSpPr/>
      </dsp:nvSpPr>
      <dsp:spPr>
        <a:xfrm>
          <a:off x="1428181" y="1146001"/>
          <a:ext cx="398297" cy="30855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100000"/>
                <a:shade val="100000"/>
                <a:satMod val="100000"/>
                <a:lumMod val="9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95000"/>
                <a:shade val="100000"/>
                <a:satMod val="110000"/>
                <a:lumMod val="105000"/>
              </a:schemeClr>
            </a:gs>
          </a:gsLst>
          <a:path path="circle">
            <a:fillToRect l="40000" t="100000" r="40000" b="100000"/>
          </a:path>
        </a:gradFill>
        <a:ln>
          <a:noFill/>
        </a:ln>
        <a:effectLst>
          <a:outerShdw blurRad="50800" dist="12700" dir="5400000" rotWithShape="0">
            <a:srgbClr val="000000">
              <a:alpha val="37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900" kern="1200"/>
        </a:p>
      </dsp:txBody>
      <dsp:txXfrm>
        <a:off x="1428181" y="1207712"/>
        <a:ext cx="305731" cy="185132"/>
      </dsp:txXfrm>
    </dsp:sp>
    <dsp:sp modelId="{6CF91E8B-3686-4030-9DE9-DF15F9658D97}">
      <dsp:nvSpPr>
        <dsp:cNvPr id="0" name=""/>
        <dsp:cNvSpPr/>
      </dsp:nvSpPr>
      <dsp:spPr>
        <a:xfrm>
          <a:off x="1991810" y="1091554"/>
          <a:ext cx="1239318" cy="62617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00000"/>
                <a:lumMod val="9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5000"/>
                <a:shade val="100000"/>
                <a:satMod val="110000"/>
                <a:lumMod val="105000"/>
              </a:schemeClr>
            </a:gs>
          </a:gsLst>
          <a:path path="circle">
            <a:fillToRect l="40000" t="100000" r="40000" b="100000"/>
          </a:path>
        </a:gradFill>
        <a:ln>
          <a:noFill/>
        </a:ln>
        <a:effectLst>
          <a:outerShdw blurRad="50800" dist="12700" dir="5400000" rotWithShape="0">
            <a:srgbClr val="000000">
              <a:alpha val="37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41910" numCol="1" spcCol="1270" anchor="t" anchorCtr="0">
          <a:noAutofit/>
        </a:bodyPr>
        <a:lstStyle/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Apr 2014</a:t>
          </a:r>
          <a:br>
            <a:rPr lang="en-US" sz="1100" kern="1200" dirty="0" smtClean="0"/>
          </a:br>
          <a:r>
            <a:rPr lang="en-US" sz="1100" kern="1200" dirty="0" smtClean="0"/>
            <a:t>(Open Options)</a:t>
          </a:r>
          <a:endParaRPr lang="en-US" sz="1100" kern="1200" dirty="0"/>
        </a:p>
      </dsp:txBody>
      <dsp:txXfrm>
        <a:off x="1991810" y="1091554"/>
        <a:ext cx="1239318" cy="417446"/>
      </dsp:txXfrm>
    </dsp:sp>
    <dsp:sp modelId="{6CA435D9-4BF5-4596-8138-A7F06827D255}">
      <dsp:nvSpPr>
        <dsp:cNvPr id="0" name=""/>
        <dsp:cNvSpPr/>
      </dsp:nvSpPr>
      <dsp:spPr>
        <a:xfrm>
          <a:off x="2245646" y="1509001"/>
          <a:ext cx="1239318" cy="1350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100" kern="1200" dirty="0" smtClean="0"/>
            <a:t>Equity Options</a:t>
          </a:r>
          <a:endParaRPr lang="en-US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100" kern="1200" dirty="0" smtClean="0"/>
            <a:t>Analysis Repository</a:t>
          </a:r>
          <a:endParaRPr lang="en-US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100" kern="1200" dirty="0" smtClean="0"/>
            <a:t>Workflow (BPMN 2.0)</a:t>
          </a:r>
          <a:endParaRPr lang="en-US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100" kern="1200" dirty="0" smtClean="0"/>
            <a:t>Sentiment Feed (Twitter)</a:t>
          </a:r>
          <a:endParaRPr lang="en-US" sz="1100" kern="1200" dirty="0"/>
        </a:p>
      </dsp:txBody>
      <dsp:txXfrm>
        <a:off x="2281944" y="1545299"/>
        <a:ext cx="1166722" cy="1278135"/>
      </dsp:txXfrm>
    </dsp:sp>
    <dsp:sp modelId="{EFA5943A-9729-4D4A-9D50-EC9ADB635C8F}">
      <dsp:nvSpPr>
        <dsp:cNvPr id="0" name=""/>
        <dsp:cNvSpPr/>
      </dsp:nvSpPr>
      <dsp:spPr>
        <a:xfrm>
          <a:off x="3419005" y="1146001"/>
          <a:ext cx="398297" cy="30855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100000"/>
                <a:shade val="100000"/>
                <a:satMod val="100000"/>
                <a:lumMod val="9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95000"/>
                <a:shade val="100000"/>
                <a:satMod val="110000"/>
                <a:lumMod val="105000"/>
              </a:schemeClr>
            </a:gs>
          </a:gsLst>
          <a:path path="circle">
            <a:fillToRect l="40000" t="100000" r="40000" b="100000"/>
          </a:path>
        </a:gradFill>
        <a:ln>
          <a:noFill/>
        </a:ln>
        <a:effectLst>
          <a:outerShdw blurRad="50800" dist="12700" dir="5400000" rotWithShape="0">
            <a:srgbClr val="000000">
              <a:alpha val="37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900" kern="1200"/>
        </a:p>
      </dsp:txBody>
      <dsp:txXfrm>
        <a:off x="3419005" y="1207712"/>
        <a:ext cx="305731" cy="185132"/>
      </dsp:txXfrm>
    </dsp:sp>
    <dsp:sp modelId="{FAB49BEF-32FB-4F0B-BD83-71146F511D2C}">
      <dsp:nvSpPr>
        <dsp:cNvPr id="0" name=""/>
        <dsp:cNvSpPr/>
      </dsp:nvSpPr>
      <dsp:spPr>
        <a:xfrm>
          <a:off x="3982634" y="1091554"/>
          <a:ext cx="1239318" cy="62617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00000"/>
                <a:lumMod val="9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5000"/>
                <a:shade val="100000"/>
                <a:satMod val="110000"/>
                <a:lumMod val="105000"/>
              </a:schemeClr>
            </a:gs>
          </a:gsLst>
          <a:path path="circle">
            <a:fillToRect l="40000" t="100000" r="40000" b="100000"/>
          </a:path>
        </a:gradFill>
        <a:ln>
          <a:noFill/>
        </a:ln>
        <a:effectLst>
          <a:outerShdw blurRad="50800" dist="12700" dir="5400000" rotWithShape="0">
            <a:srgbClr val="000000">
              <a:alpha val="37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41910" numCol="1" spcCol="1270" anchor="t" anchorCtr="0">
          <a:noAutofit/>
        </a:bodyPr>
        <a:lstStyle/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Aug 2014</a:t>
          </a:r>
          <a:br>
            <a:rPr lang="en-US" sz="1100" kern="1200" dirty="0" smtClean="0"/>
          </a:br>
          <a:r>
            <a:rPr lang="en-US" sz="1100" kern="1200" dirty="0" smtClean="0"/>
            <a:t>(Open Mind)</a:t>
          </a:r>
          <a:endParaRPr lang="en-US" sz="1100" kern="1200" dirty="0"/>
        </a:p>
      </dsp:txBody>
      <dsp:txXfrm>
        <a:off x="3982634" y="1091554"/>
        <a:ext cx="1239318" cy="417446"/>
      </dsp:txXfrm>
    </dsp:sp>
    <dsp:sp modelId="{A147FEDC-E22B-4C4B-A851-E80FDE8654E6}">
      <dsp:nvSpPr>
        <dsp:cNvPr id="0" name=""/>
        <dsp:cNvSpPr/>
      </dsp:nvSpPr>
      <dsp:spPr>
        <a:xfrm>
          <a:off x="4236470" y="1509001"/>
          <a:ext cx="1239318" cy="1350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100" kern="1200" dirty="0" smtClean="0"/>
            <a:t>Machine Learning (Neural Network)</a:t>
          </a:r>
          <a:endParaRPr lang="en-US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100" kern="1200" dirty="0" smtClean="0"/>
            <a:t>Genetic Programming Algorithms</a:t>
          </a:r>
          <a:endParaRPr lang="en-US" sz="1100" kern="1200" dirty="0"/>
        </a:p>
      </dsp:txBody>
      <dsp:txXfrm>
        <a:off x="4272768" y="1545299"/>
        <a:ext cx="1166722" cy="1278135"/>
      </dsp:txXfrm>
    </dsp:sp>
    <dsp:sp modelId="{39911D69-181D-4CA5-8590-9ECF2E454815}">
      <dsp:nvSpPr>
        <dsp:cNvPr id="0" name=""/>
        <dsp:cNvSpPr/>
      </dsp:nvSpPr>
      <dsp:spPr>
        <a:xfrm>
          <a:off x="5409829" y="1146001"/>
          <a:ext cx="398297" cy="30855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100000"/>
                <a:shade val="100000"/>
                <a:satMod val="100000"/>
                <a:lumMod val="9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95000"/>
                <a:shade val="100000"/>
                <a:satMod val="110000"/>
                <a:lumMod val="105000"/>
              </a:schemeClr>
            </a:gs>
          </a:gsLst>
          <a:path path="circle">
            <a:fillToRect l="40000" t="100000" r="40000" b="100000"/>
          </a:path>
        </a:gradFill>
        <a:ln>
          <a:noFill/>
        </a:ln>
        <a:effectLst>
          <a:outerShdw blurRad="50800" dist="12700" dir="5400000" rotWithShape="0">
            <a:srgbClr val="000000">
              <a:alpha val="37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900" kern="1200"/>
        </a:p>
      </dsp:txBody>
      <dsp:txXfrm>
        <a:off x="5409829" y="1207712"/>
        <a:ext cx="305731" cy="185132"/>
      </dsp:txXfrm>
    </dsp:sp>
    <dsp:sp modelId="{9D17F6BE-EFF0-498E-A26D-31CCF5918832}">
      <dsp:nvSpPr>
        <dsp:cNvPr id="0" name=""/>
        <dsp:cNvSpPr/>
      </dsp:nvSpPr>
      <dsp:spPr>
        <a:xfrm>
          <a:off x="5973458" y="1091554"/>
          <a:ext cx="1239318" cy="62617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00000"/>
                <a:lumMod val="9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5000"/>
                <a:shade val="100000"/>
                <a:satMod val="110000"/>
                <a:lumMod val="105000"/>
              </a:schemeClr>
            </a:gs>
          </a:gsLst>
          <a:path path="circle">
            <a:fillToRect l="40000" t="100000" r="40000" b="100000"/>
          </a:path>
        </a:gradFill>
        <a:ln>
          <a:noFill/>
        </a:ln>
        <a:effectLst>
          <a:outerShdw blurRad="50800" dist="12700" dir="5400000" rotWithShape="0">
            <a:srgbClr val="000000">
              <a:alpha val="37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41910" numCol="1" spcCol="1270" anchor="t" anchorCtr="0">
          <a:noAutofit/>
        </a:bodyPr>
        <a:lstStyle/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Aug 2015</a:t>
          </a:r>
          <a:br>
            <a:rPr lang="en-US" sz="1100" kern="1200" dirty="0" smtClean="0"/>
          </a:br>
          <a:r>
            <a:rPr lang="en-US" sz="1100" kern="1200" dirty="0" smtClean="0"/>
            <a:t>(Open Eyes)</a:t>
          </a:r>
          <a:endParaRPr lang="en-US" sz="1100" kern="1200" dirty="0"/>
        </a:p>
      </dsp:txBody>
      <dsp:txXfrm>
        <a:off x="5973458" y="1091554"/>
        <a:ext cx="1239318" cy="417446"/>
      </dsp:txXfrm>
    </dsp:sp>
    <dsp:sp modelId="{B9073262-5466-4251-B38A-465D00743F5C}">
      <dsp:nvSpPr>
        <dsp:cNvPr id="0" name=""/>
        <dsp:cNvSpPr/>
      </dsp:nvSpPr>
      <dsp:spPr>
        <a:xfrm>
          <a:off x="6227294" y="1509001"/>
          <a:ext cx="1239318" cy="1350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100" kern="1200" dirty="0" smtClean="0"/>
            <a:t>Algorithmic Trading and Investment</a:t>
          </a:r>
          <a:endParaRPr lang="en-US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100" kern="1200" dirty="0" smtClean="0"/>
            <a:t>Automatic Monitoring</a:t>
          </a:r>
          <a:endParaRPr lang="en-US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100" kern="1200" dirty="0" smtClean="0"/>
            <a:t>Strategy Generation</a:t>
          </a:r>
          <a:endParaRPr lang="en-US" sz="1100" kern="1200" dirty="0"/>
        </a:p>
      </dsp:txBody>
      <dsp:txXfrm>
        <a:off x="6263592" y="1545299"/>
        <a:ext cx="1166722" cy="127813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DBB33D-5CE7-43F4-ACBA-C713FCCD0D08}">
      <dsp:nvSpPr>
        <dsp:cNvPr id="0" name=""/>
        <dsp:cNvSpPr/>
      </dsp:nvSpPr>
      <dsp:spPr>
        <a:xfrm>
          <a:off x="2939" y="1194864"/>
          <a:ext cx="1688172" cy="4220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Open Positions</a:t>
          </a:r>
          <a:endParaRPr lang="en-US" sz="1900" kern="1200" dirty="0"/>
        </a:p>
      </dsp:txBody>
      <dsp:txXfrm>
        <a:off x="15300" y="1207225"/>
        <a:ext cx="1663450" cy="397321"/>
      </dsp:txXfrm>
    </dsp:sp>
    <dsp:sp modelId="{5D764795-966C-4F53-9A01-B4FEEFA0BF5B}">
      <dsp:nvSpPr>
        <dsp:cNvPr id="0" name=""/>
        <dsp:cNvSpPr/>
      </dsp:nvSpPr>
      <dsp:spPr>
        <a:xfrm rot="5400000">
          <a:off x="810096" y="1653836"/>
          <a:ext cx="73857" cy="73857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CDC15D9-667E-409D-9980-2FC1E9E34816}">
      <dsp:nvSpPr>
        <dsp:cNvPr id="0" name=""/>
        <dsp:cNvSpPr/>
      </dsp:nvSpPr>
      <dsp:spPr>
        <a:xfrm>
          <a:off x="2939" y="1764622"/>
          <a:ext cx="1688172" cy="422043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Library</a:t>
          </a:r>
          <a:endParaRPr lang="en-US" sz="1300" kern="1200" dirty="0"/>
        </a:p>
      </dsp:txBody>
      <dsp:txXfrm>
        <a:off x="15300" y="1776983"/>
        <a:ext cx="1663450" cy="397321"/>
      </dsp:txXfrm>
    </dsp:sp>
    <dsp:sp modelId="{220A4533-BE80-42DA-BA97-817D933198DE}">
      <dsp:nvSpPr>
        <dsp:cNvPr id="0" name=""/>
        <dsp:cNvSpPr/>
      </dsp:nvSpPr>
      <dsp:spPr>
        <a:xfrm rot="5400000">
          <a:off x="810096" y="2223594"/>
          <a:ext cx="73857" cy="73857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A316164-C52F-46E0-B335-77929574E012}">
      <dsp:nvSpPr>
        <dsp:cNvPr id="0" name=""/>
        <dsp:cNvSpPr/>
      </dsp:nvSpPr>
      <dsp:spPr>
        <a:xfrm>
          <a:off x="2939" y="2334380"/>
          <a:ext cx="1688172" cy="422043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Integration Example (UI)</a:t>
          </a:r>
          <a:endParaRPr lang="en-US" sz="1300" kern="1200" dirty="0"/>
        </a:p>
      </dsp:txBody>
      <dsp:txXfrm>
        <a:off x="15300" y="2346741"/>
        <a:ext cx="1663450" cy="397321"/>
      </dsp:txXfrm>
    </dsp:sp>
    <dsp:sp modelId="{139E35F9-A021-422B-A3EE-F99867EAA5D9}">
      <dsp:nvSpPr>
        <dsp:cNvPr id="0" name=""/>
        <dsp:cNvSpPr/>
      </dsp:nvSpPr>
      <dsp:spPr>
        <a:xfrm>
          <a:off x="1927455" y="1194864"/>
          <a:ext cx="1688172" cy="4220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Open Options</a:t>
          </a:r>
          <a:endParaRPr lang="en-US" sz="1900" kern="1200" dirty="0"/>
        </a:p>
      </dsp:txBody>
      <dsp:txXfrm>
        <a:off x="1939816" y="1207225"/>
        <a:ext cx="1663450" cy="397321"/>
      </dsp:txXfrm>
    </dsp:sp>
    <dsp:sp modelId="{5784213F-0272-4E91-A488-E34103EE77BF}">
      <dsp:nvSpPr>
        <dsp:cNvPr id="0" name=""/>
        <dsp:cNvSpPr/>
      </dsp:nvSpPr>
      <dsp:spPr>
        <a:xfrm rot="5400000">
          <a:off x="2734612" y="1653836"/>
          <a:ext cx="73857" cy="73857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19AF41A-4A27-443D-A04C-75CAB550D324}">
      <dsp:nvSpPr>
        <dsp:cNvPr id="0" name=""/>
        <dsp:cNvSpPr/>
      </dsp:nvSpPr>
      <dsp:spPr>
        <a:xfrm>
          <a:off x="1927455" y="1764622"/>
          <a:ext cx="1688172" cy="422043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Library</a:t>
          </a:r>
          <a:endParaRPr lang="en-US" sz="1300" kern="1200" dirty="0"/>
        </a:p>
      </dsp:txBody>
      <dsp:txXfrm>
        <a:off x="1939816" y="1776983"/>
        <a:ext cx="1663450" cy="397321"/>
      </dsp:txXfrm>
    </dsp:sp>
    <dsp:sp modelId="{5A44B652-FF40-4ABC-9BD2-4C442839E94C}">
      <dsp:nvSpPr>
        <dsp:cNvPr id="0" name=""/>
        <dsp:cNvSpPr/>
      </dsp:nvSpPr>
      <dsp:spPr>
        <a:xfrm rot="5400000">
          <a:off x="2734612" y="2223594"/>
          <a:ext cx="73857" cy="73857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472C19D-7D7C-48F2-A09F-742AEA9DB007}">
      <dsp:nvSpPr>
        <dsp:cNvPr id="0" name=""/>
        <dsp:cNvSpPr/>
      </dsp:nvSpPr>
      <dsp:spPr>
        <a:xfrm>
          <a:off x="1927455" y="2334380"/>
          <a:ext cx="1688172" cy="422043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Integration Examples (</a:t>
          </a:r>
          <a:r>
            <a:rPr lang="en-US" sz="1300" kern="1200" dirty="0" err="1" smtClean="0"/>
            <a:t>Scala</a:t>
          </a:r>
          <a:r>
            <a:rPr lang="en-US" sz="1300" kern="1200" dirty="0" smtClean="0"/>
            <a:t>/Java)</a:t>
          </a:r>
          <a:endParaRPr lang="en-US" sz="1300" kern="1200" dirty="0"/>
        </a:p>
      </dsp:txBody>
      <dsp:txXfrm>
        <a:off x="1939816" y="2346741"/>
        <a:ext cx="1663450" cy="397321"/>
      </dsp:txXfrm>
    </dsp:sp>
    <dsp:sp modelId="{87BFC86C-4BCA-462C-B691-D76D2907C82A}">
      <dsp:nvSpPr>
        <dsp:cNvPr id="0" name=""/>
        <dsp:cNvSpPr/>
      </dsp:nvSpPr>
      <dsp:spPr>
        <a:xfrm>
          <a:off x="3851972" y="1194864"/>
          <a:ext cx="1688172" cy="4220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Open Mind</a:t>
          </a:r>
          <a:endParaRPr lang="en-US" sz="1900" kern="1200" dirty="0"/>
        </a:p>
      </dsp:txBody>
      <dsp:txXfrm>
        <a:off x="3864333" y="1207225"/>
        <a:ext cx="1663450" cy="397321"/>
      </dsp:txXfrm>
    </dsp:sp>
    <dsp:sp modelId="{F08BBB78-1D36-45B5-9104-730D1A9CD3AE}">
      <dsp:nvSpPr>
        <dsp:cNvPr id="0" name=""/>
        <dsp:cNvSpPr/>
      </dsp:nvSpPr>
      <dsp:spPr>
        <a:xfrm rot="5400000">
          <a:off x="4659129" y="1653836"/>
          <a:ext cx="73857" cy="73857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0B8B4B6-01A1-47E8-80C8-D029174F0045}">
      <dsp:nvSpPr>
        <dsp:cNvPr id="0" name=""/>
        <dsp:cNvSpPr/>
      </dsp:nvSpPr>
      <dsp:spPr>
        <a:xfrm>
          <a:off x="3851972" y="1764622"/>
          <a:ext cx="1688172" cy="422043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TODO</a:t>
          </a:r>
          <a:endParaRPr lang="en-US" sz="1300" kern="1200" dirty="0"/>
        </a:p>
      </dsp:txBody>
      <dsp:txXfrm>
        <a:off x="3864333" y="1776983"/>
        <a:ext cx="1663450" cy="397321"/>
      </dsp:txXfrm>
    </dsp:sp>
    <dsp:sp modelId="{3629B93E-0DDE-4147-B818-81758F5DD307}">
      <dsp:nvSpPr>
        <dsp:cNvPr id="0" name=""/>
        <dsp:cNvSpPr/>
      </dsp:nvSpPr>
      <dsp:spPr>
        <a:xfrm rot="5400000">
          <a:off x="4659129" y="2223594"/>
          <a:ext cx="73857" cy="73857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BD4878A-053E-44F5-A6F3-2B977983FF76}">
      <dsp:nvSpPr>
        <dsp:cNvPr id="0" name=""/>
        <dsp:cNvSpPr/>
      </dsp:nvSpPr>
      <dsp:spPr>
        <a:xfrm>
          <a:off x="3851972" y="2334380"/>
          <a:ext cx="1688172" cy="422043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TODO</a:t>
          </a:r>
          <a:endParaRPr lang="en-US" sz="1300" kern="1200" dirty="0"/>
        </a:p>
      </dsp:txBody>
      <dsp:txXfrm>
        <a:off x="3864333" y="2346741"/>
        <a:ext cx="1663450" cy="397321"/>
      </dsp:txXfrm>
    </dsp:sp>
    <dsp:sp modelId="{D3AF237B-171F-4217-AD54-BE32220B9E7E}">
      <dsp:nvSpPr>
        <dsp:cNvPr id="0" name=""/>
        <dsp:cNvSpPr/>
      </dsp:nvSpPr>
      <dsp:spPr>
        <a:xfrm>
          <a:off x="5776488" y="1194864"/>
          <a:ext cx="1688172" cy="4220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Open Eyes</a:t>
          </a:r>
          <a:endParaRPr lang="en-US" sz="1900" kern="1200" dirty="0"/>
        </a:p>
      </dsp:txBody>
      <dsp:txXfrm>
        <a:off x="5788849" y="1207225"/>
        <a:ext cx="1663450" cy="397321"/>
      </dsp:txXfrm>
    </dsp:sp>
    <dsp:sp modelId="{90DCE11D-36EA-44D1-83B5-B10761EA554C}">
      <dsp:nvSpPr>
        <dsp:cNvPr id="0" name=""/>
        <dsp:cNvSpPr/>
      </dsp:nvSpPr>
      <dsp:spPr>
        <a:xfrm rot="5400000">
          <a:off x="6583645" y="1653836"/>
          <a:ext cx="73857" cy="73857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F33878E-5D53-4B3F-A9D0-369D9D8947A2}">
      <dsp:nvSpPr>
        <dsp:cNvPr id="0" name=""/>
        <dsp:cNvSpPr/>
      </dsp:nvSpPr>
      <dsp:spPr>
        <a:xfrm>
          <a:off x="5776488" y="1764622"/>
          <a:ext cx="1688172" cy="422043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TODO</a:t>
          </a:r>
          <a:endParaRPr lang="en-US" sz="1300" kern="1200" dirty="0"/>
        </a:p>
      </dsp:txBody>
      <dsp:txXfrm>
        <a:off x="5788849" y="1776983"/>
        <a:ext cx="1663450" cy="397321"/>
      </dsp:txXfrm>
    </dsp:sp>
    <dsp:sp modelId="{52252059-5659-40E4-B8C3-642B6677E4C6}">
      <dsp:nvSpPr>
        <dsp:cNvPr id="0" name=""/>
        <dsp:cNvSpPr/>
      </dsp:nvSpPr>
      <dsp:spPr>
        <a:xfrm rot="5400000">
          <a:off x="6583645" y="2223594"/>
          <a:ext cx="73857" cy="73857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0286D35-8CA8-436E-9008-2C5C0141454F}">
      <dsp:nvSpPr>
        <dsp:cNvPr id="0" name=""/>
        <dsp:cNvSpPr/>
      </dsp:nvSpPr>
      <dsp:spPr>
        <a:xfrm>
          <a:off x="5776488" y="2334380"/>
          <a:ext cx="1688172" cy="422043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TODO</a:t>
          </a:r>
          <a:endParaRPr lang="en-US" sz="1300" kern="1200" dirty="0"/>
        </a:p>
      </dsp:txBody>
      <dsp:txXfrm>
        <a:off x="5788849" y="2346741"/>
        <a:ext cx="1663450" cy="39732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ConvergingText">
  <dgm:title val="Converging Text"/>
  <dgm:desc val="Use to show multiple steps or parts that merge into a whole. Limited to one Level 1 shape that contains text and a maximum of five Level 2 shapes."/>
  <dgm:catLst>
    <dgm:cat type="process" pri="6500"/>
    <dgm:cat type="officeonline" pri="5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clrData>
  <dgm:layoutNode name="Name0">
    <dgm:varLst>
      <dgm:chMax/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vertAlign" val="mid"/>
          <dgm:param type="nodeVertAlign" val="mid"/>
          <dgm:param type="horzAlign" val="ctr"/>
        </dgm:alg>
      </dgm:if>
      <dgm:else name="Name3">
        <dgm:alg type="lin">
          <dgm:param type="linDir" val="fromR"/>
          <dgm:param type="vertAlign" val="mid"/>
          <dgm:param type="nodeVertAlign" val="mid"/>
          <dgm:param type="horzAlign" val="ctr"/>
        </dgm:alg>
      </dgm:else>
    </dgm:choose>
    <dgm:shape xmlns:r="http://schemas.openxmlformats.org/officeDocument/2006/relationships" r:blip="">
      <dgm:adjLst/>
    </dgm:shape>
    <dgm:constrLst>
      <dgm:constr type="primFontSz" for="des" forName="Parent" op="equ" val="65"/>
      <dgm:constr type="primFontSz" for="des" forName="Child1" op="equ" val="65"/>
      <dgm:constr type="primFontSz" for="des" forName="Child2" refType="primFontSz" refFor="des" refForName="Child1" op="equ"/>
      <dgm:constr type="primFontSz" for="des" forName="Child3" refType="primFontSz" refFor="des" refForName="Child1" op="equ"/>
      <dgm:constr type="primFontSz" for="des" forName="Child4" refType="primFontSz" refFor="des" refForName="Child1" op="equ"/>
      <dgm:constr type="primFontSz" for="des" forName="Child5" refType="primFontSz" refFor="des" refForName="Child1" op="equ"/>
      <dgm:constr type="primFontSz" for="des" forName="Child1" refType="primFontSz" refFor="des" refForName="Parent" op="lte"/>
      <dgm:constr type="primFontSz" for="des" forName="Child2" refType="primFontSz" refFor="des" refForName="Parent" op="lte"/>
      <dgm:constr type="primFontSz" for="des" forName="Child3" refType="primFontSz" refFor="des" refForName="Parent" op="lte"/>
      <dgm:constr type="primFontSz" for="des" forName="Child4" refType="primFontSz" refFor="des" refForName="Parent" op="lte"/>
      <dgm:constr type="primFontSz" for="des" forName="Child5" refType="primFontSz" refFor="des" refForName="Parent" op="lte"/>
      <dgm:constr type="w" for="ch" forName="composite" refType="w"/>
      <dgm:constr type="h" for="ch" forName="composite" refType="h"/>
      <dgm:constr type="sp" refType="w" refFor="ch" refForName="composite" op="equ" fact="0.05"/>
      <dgm:constr type="w" for="ch" forName="sibTrans" refType="w" refFor="ch" refForName="composite" op="equ" fact="0.05"/>
      <dgm:constr type="h" for="ch" forName="sibTrans" refType="w" refFor="ch" refForName="sibTrans" op="equ"/>
    </dgm:constrLst>
    <dgm:forEach name="nodesForEach" axis="ch" ptType="node">
      <dgm:layoutNode name="composite">
        <dgm:choose name="Name4">
          <dgm:if name="Name5" func="var" arg="dir" op="equ" val="norm">
            <dgm:choose name="Name6">
              <dgm:if name="Name7" axis="ch" ptType="node" func="cnt" op="equ" val="0">
                <dgm:alg type="composite">
                  <dgm:param type="ar" val="2.1059"/>
                </dgm:alg>
                <dgm:constrLst>
                  <dgm:constr type="l" for="ch" forName="Parent" refType="w" fact="0"/>
                  <dgm:constr type="t" for="ch" forName="Parent" refType="h" fact="0"/>
                  <dgm:constr type="w" for="ch" forName="Parent" refType="w" fact="0.4749"/>
                  <dgm:constr type="h" for="ch" forName="Parent" refType="h"/>
                  <dgm:constr type="l" for="ch" forName="ParentAccent1" refType="w" fact="0.9531"/>
                  <dgm:constr type="t" for="ch" forName="ParentAccent1" refType="h" fact="0.4506"/>
                  <dgm:constr type="w" for="ch" forName="ParentAccent1" refType="w" fact="0.0469"/>
                  <dgm:constr type="h" for="ch" forName="ParentAccent1" refType="h" fact="0.0988"/>
                  <dgm:constr type="l" for="ch" forName="ParentAccent2" refType="w" fact="0.8734"/>
                  <dgm:constr type="t" for="ch" forName="ParentAccent2" refType="h" fact="0.4506"/>
                  <dgm:constr type="w" for="ch" forName="ParentAccent2" refType="w" fact="0.0469"/>
                  <dgm:constr type="h" for="ch" forName="ParentAccent2" refType="h" fact="0.0988"/>
                  <dgm:constr type="l" for="ch" forName="ParentAccent3" refType="w" fact="0.7937"/>
                  <dgm:constr type="t" for="ch" forName="ParentAccent3" refType="h" fact="0.4506"/>
                  <dgm:constr type="w" for="ch" forName="ParentAccent3" refType="w" fact="0.0469"/>
                  <dgm:constr type="h" for="ch" forName="ParentAccent3" refType="h" fact="0.0988"/>
                  <dgm:constr type="l" for="ch" forName="ParentAccent4" refType="w" fact="0.714"/>
                  <dgm:constr type="t" for="ch" forName="ParentAccent4" refType="h" fact="0.4506"/>
                  <dgm:constr type="w" for="ch" forName="ParentAccent4" refType="w" fact="0.0469"/>
                  <dgm:constr type="h" for="ch" forName="ParentAccent4" refType="h" fact="0.0988"/>
                  <dgm:constr type="l" for="ch" forName="ParentAccent5" refType="w" fact="0.6343"/>
                  <dgm:constr type="t" for="ch" forName="ParentAccent5" refType="h" fact="0.4506"/>
                  <dgm:constr type="w" for="ch" forName="ParentAccent5" refType="w" fact="0.0469"/>
                  <dgm:constr type="h" for="ch" forName="ParentAccent5" refType="h" fact="0.0988"/>
                  <dgm:constr type="l" for="ch" forName="ParentAccent6" refType="w" fact="0.5076"/>
                  <dgm:constr type="t" for="ch" forName="ParentAccent6" refType="h" fact="0.4012"/>
                  <dgm:constr type="w" for="ch" forName="ParentAccent6" refType="w" fact="0.0939"/>
                  <dgm:constr type="h" for="ch" forName="ParentAccent6" refType="h" fact="0.1976"/>
                  <dgm:constr type="l" for="ch" forName="ParentAccent7" refType="w" fact="0.8766"/>
                  <dgm:constr type="t" for="ch" forName="ParentAccent7" refType="h" fact="0.2465"/>
                  <dgm:constr type="w" for="ch" forName="ParentAccent7" refType="w" fact="0.0469"/>
                  <dgm:constr type="h" for="ch" forName="ParentAccent7" refType="h" fact="0.0988"/>
                  <dgm:constr type="l" for="ch" forName="ParentAccent8" refType="w" fact="0.8766"/>
                  <dgm:constr type="t" for="ch" forName="ParentAccent8" refType="h" fact="0.6562"/>
                  <dgm:constr type="w" for="ch" forName="ParentAccent8" refType="w" fact="0.0469"/>
                  <dgm:constr type="h" for="ch" forName="ParentAccent8" refType="h" fact="0.0988"/>
                  <dgm:constr type="l" for="ch" forName="ParentAccent9" refType="w" fact="0.9185"/>
                  <dgm:constr type="t" for="ch" forName="ParentAccent9" refType="h" fact="0.3353"/>
                  <dgm:constr type="w" for="ch" forName="ParentAccent9" refType="w" fact="0.0469"/>
                  <dgm:constr type="h" for="ch" forName="ParentAccent9" refType="h" fact="0.0988"/>
                  <dgm:constr type="l" for="ch" forName="ParentAccent10" refType="w" fact="0.9213"/>
                  <dgm:constr type="t" for="ch" forName="ParentAccent10" refType="h" fact="0.5679"/>
                  <dgm:constr type="w" for="ch" forName="ParentAccent10" refType="w" fact="0.0469"/>
                  <dgm:constr type="h" for="ch" forName="ParentAccent10" refType="h" fact="0.0988"/>
                </dgm:constrLst>
              </dgm:if>
              <dgm:if name="Name8" axis="ch" ptType="node" func="cnt" op="equ" val="1">
                <dgm:alg type="composite">
                  <dgm:param type="ar" val="3.4411"/>
                </dgm:alg>
                <dgm:constrLst>
                  <dgm:constr type="l" for="ch" forName="Child1Accent1" refType="w" fact="0.284"/>
                  <dgm:constr type="t" for="ch" forName="Child1Accent1" refType="h" fact="0.4012"/>
                  <dgm:constr type="w" for="ch" forName="Child1Accent1" refType="w" fact="0.0574"/>
                  <dgm:constr type="h" for="ch" forName="Child1Accent1" refType="h" fact="0.1976"/>
                  <dgm:constr type="l" for="ch" forName="Child1Accent2" refType="w" fact="0.2272"/>
                  <dgm:constr type="t" for="ch" forName="Child1Accent2" refType="h" fact="0.4506"/>
                  <dgm:constr type="w" for="ch" forName="Child1Accent2" refType="w" fact="0.0287"/>
                  <dgm:constr type="h" for="ch" forName="Child1Accent2" refType="h" fact="0.0988"/>
                  <dgm:constr type="l" for="ch" forName="Child1Accent3" refType="w" fact="0.1705"/>
                  <dgm:constr type="t" for="ch" forName="Child1Accent3" refType="h" fact="0.4506"/>
                  <dgm:constr type="w" for="ch" forName="Child1Accent3" refType="w" fact="0.0287"/>
                  <dgm:constr type="h" for="ch" forName="Child1Accent3" refType="h" fact="0.0988"/>
                  <dgm:constr type="l" for="ch" forName="Child1Accent4" refType="w" fact="0.1137"/>
                  <dgm:constr type="t" for="ch" forName="Child1Accent4" refType="h" fact="0.4506"/>
                  <dgm:constr type="w" for="ch" forName="Child1Accent4" refType="w" fact="0.0287"/>
                  <dgm:constr type="h" for="ch" forName="Child1Accent4" refType="h" fact="0.0988"/>
                  <dgm:constr type="l" for="ch" forName="Child1Accent5" refType="w" fact="0.057"/>
                  <dgm:constr type="t" for="ch" forName="Child1Accent5" refType="h" fact="0.4506"/>
                  <dgm:constr type="w" for="ch" forName="Child1Accent5" refType="w" fact="0.0287"/>
                  <dgm:constr type="h" for="ch" forName="Child1Accent5" refType="h" fact="0.0988"/>
                  <dgm:constr type="l" for="ch" forName="Child1Accent6" refType="w" fact="0.0002"/>
                  <dgm:constr type="t" for="ch" forName="Child1Accent6" refType="h" fact="0.4506"/>
                  <dgm:constr type="w" for="ch" forName="Child1Accent6" refType="w" fact="0.0287"/>
                  <dgm:constr type="h" for="ch" forName="Child1Accent6" refType="h" fact="0.0988"/>
                  <dgm:constr type="l" for="ch" forName="Child1Accent7" refType="w" fact="0"/>
                  <dgm:constr type="t" for="ch" forName="Child1Accent7" refType="h" fact="0"/>
                  <dgm:constr type="w" for="ch" forName="Child1Accent7" refType="w" fact="0"/>
                  <dgm:constr type="h" for="ch" forName="Child1Accent7" refType="h" fact="0"/>
                  <dgm:constr type="l" for="ch" forName="Child1Accent8" refType="w" fact="0"/>
                  <dgm:constr type="t" for="ch" forName="Child1Accent8" refType="h" fact="0"/>
                  <dgm:constr type="w" for="ch" forName="Child1Accent8" refType="w" fact="0"/>
                  <dgm:constr type="h" for="ch" forName="Child1Accent8" refType="h" fact="0"/>
                  <dgm:constr type="l" for="ch" forName="Child1Accent9" refType="w" fact="0"/>
                  <dgm:constr type="t" for="ch" forName="Child1Accent9" refType="h" fact="0"/>
                  <dgm:constr type="w" for="ch" forName="Child1Accent9" refType="w" fact="0"/>
                  <dgm:constr type="h" for="ch" forName="Child1Accent9" refType="h" fact="0"/>
                  <dgm:constr type="l" for="ch" forName="ParentAccent1" refType="w" fact="0.9713"/>
                  <dgm:constr type="t" for="ch" forName="ParentAccent1" refType="h" fact="0.4506"/>
                  <dgm:constr type="w" for="ch" forName="ParentAccent1" refType="w" fact="0.0287"/>
                  <dgm:constr type="h" for="ch" forName="ParentAccent1" refType="h" fact="0.0988"/>
                  <dgm:constr type="l" for="ch" forName="ParentAccent2" refType="w" fact="0.9187"/>
                  <dgm:constr type="t" for="ch" forName="ParentAccent2" refType="h" fact="0.4506"/>
                  <dgm:constr type="w" for="ch" forName="ParentAccent2" refType="w" fact="0.0287"/>
                  <dgm:constr type="h" for="ch" forName="ParentAccent2" refType="h" fact="0.0988"/>
                  <dgm:constr type="l" for="ch" forName="ParentAccent3" refType="w" fact="0.8661"/>
                  <dgm:constr type="t" for="ch" forName="ParentAccent3" refType="h" fact="0.4506"/>
                  <dgm:constr type="w" for="ch" forName="ParentAccent3" refType="w" fact="0.0287"/>
                  <dgm:constr type="h" for="ch" forName="ParentAccent3" refType="h" fact="0.0988"/>
                  <dgm:constr type="l" for="ch" forName="ParentAccent4" refType="w" fact="0.8136"/>
                  <dgm:constr type="t" for="ch" forName="ParentAccent4" refType="h" fact="0.4506"/>
                  <dgm:constr type="w" for="ch" forName="ParentAccent4" refType="w" fact="0.0287"/>
                  <dgm:constr type="h" for="ch" forName="ParentAccent4" refType="h" fact="0.0988"/>
                  <dgm:constr type="l" for="ch" forName="ParentAccent5" refType="w" fact="0.761"/>
                  <dgm:constr type="t" for="ch" forName="ParentAccent5" refType="h" fact="0.4506"/>
                  <dgm:constr type="w" for="ch" forName="ParentAccent5" refType="w" fact="0.0287"/>
                  <dgm:constr type="h" for="ch" forName="ParentAccent5" refType="h" fact="0.0988"/>
                  <dgm:constr type="l" for="ch" forName="ParentAccent6" refType="w" fact="0.6797"/>
                  <dgm:constr type="t" for="ch" forName="ParentAccent6" refType="h" fact="0.4012"/>
                  <dgm:constr type="w" for="ch" forName="ParentAccent6" refType="w" fact="0.0574"/>
                  <dgm:constr type="h" for="ch" forName="ParentAccent6" refType="h" fact="0.1976"/>
                  <dgm:constr type="l" for="ch" forName="ParentAccent7" refType="w" fact="0.9245"/>
                  <dgm:constr type="t" for="ch" forName="ParentAccent7" refType="h" fact="0.2465"/>
                  <dgm:constr type="w" for="ch" forName="ParentAccent7" refType="w" fact="0.0287"/>
                  <dgm:constr type="h" for="ch" forName="ParentAccent7" refType="h" fact="0.0988"/>
                  <dgm:constr type="l" for="ch" forName="ParentAccent8" refType="w" fact="0.9245"/>
                  <dgm:constr type="t" for="ch" forName="ParentAccent8" refType="h" fact="0.6562"/>
                  <dgm:constr type="w" for="ch" forName="ParentAccent8" refType="w" fact="0.0287"/>
                  <dgm:constr type="h" for="ch" forName="ParentAccent8" refType="h" fact="0.0988"/>
                  <dgm:constr type="l" for="ch" forName="ParentAccent9" refType="w" fact="0.9501"/>
                  <dgm:constr type="t" for="ch" forName="ParentAccent9" refType="h" fact="0.3353"/>
                  <dgm:constr type="w" for="ch" forName="ParentAccent9" refType="w" fact="0.0287"/>
                  <dgm:constr type="h" for="ch" forName="ParentAccent9" refType="h" fact="0.0988"/>
                  <dgm:constr type="l" for="ch" forName="ParentAccent10" refType="w" fact="0.9518"/>
                  <dgm:constr type="t" for="ch" forName="ParentAccent10" refType="h" fact="0.5679"/>
                  <dgm:constr type="w" for="ch" forName="ParentAccent10" refType="w" fact="0.0287"/>
                  <dgm:constr type="h" for="ch" forName="ParentAccent10" refType="h" fact="0.0988"/>
                  <dgm:constr type="l" for="ch" forName="Child1" refType="w" fact="0"/>
                  <dgm:constr type="t" for="ch" forName="Child1" refType="h" fact="0.1978"/>
                  <dgm:constr type="w" for="ch" forName="Child1" refType="w" fact="0.2544"/>
                  <dgm:constr type="h" for="ch" forName="Child1" refType="h" fact="0.2541"/>
                  <dgm:constr type="l" for="ch" forName="Parent" refType="w" fact="0.3653"/>
                  <dgm:constr type="t" for="ch" forName="Parent" refType="h" fact="0"/>
                  <dgm:constr type="w" for="ch" forName="Parent" refType="w" fact="0.2906"/>
                  <dgm:constr type="h" for="ch" forName="Parent" refType="h"/>
                </dgm:constrLst>
              </dgm:if>
              <dgm:if name="Name9" axis="ch" ptType="node" func="cnt" op="equ" val="2">
                <dgm:alg type="composite">
                  <dgm:param type="ar" val="2.1185"/>
                </dgm:alg>
                <dgm:constrLst>
                  <dgm:constr type="l" for="ch" forName="Child1Accent1" refType="w" fact="0.3436"/>
                  <dgm:constr type="t" for="ch" forName="Child1Accent1" refType="h" fact="0.2211"/>
                  <dgm:constr type="w" for="ch" forName="Child1Accent1" refType="w" fact="0.0574"/>
                  <dgm:constr type="h" for="ch" forName="Child1Accent1" refType="h" fact="0.1217"/>
                  <dgm:constr type="l" for="ch" forName="Child1Accent2" refType="w" fact="0.3068"/>
                  <dgm:constr type="t" for="ch" forName="Child1Accent2" refType="h" fact="0.1569"/>
                  <dgm:constr type="w" for="ch" forName="Child1Accent2" refType="w" fact="0.0287"/>
                  <dgm:constr type="h" for="ch" forName="Child1Accent2" refType="h" fact="0.0608"/>
                  <dgm:constr type="l" for="ch" forName="Child1Accent3" refType="w" fact="0.2455"/>
                  <dgm:constr type="t" for="ch" forName="Child1Accent3" refType="h" fact="0.1569"/>
                  <dgm:constr type="w" for="ch" forName="Child1Accent3" refType="w" fact="0.0287"/>
                  <dgm:constr type="h" for="ch" forName="Child1Accent3" refType="h" fact="0.0608"/>
                  <dgm:constr type="l" for="ch" forName="Child1Accent4" refType="w" fact="0.1842"/>
                  <dgm:constr type="t" for="ch" forName="Child1Accent4" refType="h" fact="0.1569"/>
                  <dgm:constr type="w" for="ch" forName="Child1Accent4" refType="w" fact="0.0287"/>
                  <dgm:constr type="h" for="ch" forName="Child1Accent4" refType="h" fact="0.0608"/>
                  <dgm:constr type="l" for="ch" forName="Child1Accent5" refType="w" fact="0.1229"/>
                  <dgm:constr type="t" for="ch" forName="Child1Accent5" refType="h" fact="0.1569"/>
                  <dgm:constr type="w" for="ch" forName="Child1Accent5" refType="w" fact="0.0287"/>
                  <dgm:constr type="h" for="ch" forName="Child1Accent5" refType="h" fact="0.0608"/>
                  <dgm:constr type="l" for="ch" forName="Child1Accent6" refType="w" fact="0.0615"/>
                  <dgm:constr type="t" for="ch" forName="Child1Accent6" refType="h" fact="0.1569"/>
                  <dgm:constr type="w" for="ch" forName="Child1Accent6" refType="w" fact="0.0287"/>
                  <dgm:constr type="h" for="ch" forName="Child1Accent6" refType="h" fact="0.0608"/>
                  <dgm:constr type="l" for="ch" forName="Child1Accent7" refType="w" fact="0.0002"/>
                  <dgm:constr type="t" for="ch" forName="Child1Accent7" refType="h" fact="0.1569"/>
                  <dgm:constr type="w" for="ch" forName="Child1Accent7" refType="w" fact="0.0287"/>
                  <dgm:constr type="h" for="ch" forName="Child1Accent7" refType="h" fact="0.0608"/>
                  <dgm:constr type="l" for="ch" forName="Child1Accent8" refType="w" fact="0"/>
                  <dgm:constr type="t" for="ch" forName="Child1Accent8" refType="h" fact="0"/>
                  <dgm:constr type="w" for="ch" forName="Child1Accent8" refType="w" fact="0"/>
                  <dgm:constr type="h" for="ch" forName="Child1Accent8" refType="h" fact="0"/>
                  <dgm:constr type="l" for="ch" forName="Child1Accent9" refType="w" fact="0"/>
                  <dgm:constr type="t" for="ch" forName="Child1Accent9" refType="h" fact="0"/>
                  <dgm:constr type="w" for="ch" forName="Child1Accent9" refType="w" fact="0"/>
                  <dgm:constr type="h" for="ch" forName="Child1Accent9" refType="h" fact="0"/>
                  <dgm:constr type="l" for="ch" forName="Child2Accent1" refType="w" fact="0.3436"/>
                  <dgm:constr type="t" for="ch" forName="Child2Accent1" refType="h" fact="0.8153"/>
                  <dgm:constr type="w" for="ch" forName="Child2Accent1" refType="w" fact="0.0574"/>
                  <dgm:constr type="h" for="ch" forName="Child2Accent1" refType="h" fact="0.1217"/>
                  <dgm:constr type="l" for="ch" forName="Child2Accent2" refType="w" fact="0.3068"/>
                  <dgm:constr type="t" for="ch" forName="Child2Accent2" refType="h" fact="0.9392"/>
                  <dgm:constr type="w" for="ch" forName="Child2Accent2" refType="w" fact="0.0287"/>
                  <dgm:constr type="h" for="ch" forName="Child2Accent2" refType="h" fact="0.0608"/>
                  <dgm:constr type="l" for="ch" forName="Child2Accent3" refType="w" fact="0.2455"/>
                  <dgm:constr type="t" for="ch" forName="Child2Accent3" refType="h" fact="0.9392"/>
                  <dgm:constr type="w" for="ch" forName="Child2Accent3" refType="w" fact="0.0287"/>
                  <dgm:constr type="h" for="ch" forName="Child2Accent3" refType="h" fact="0.0608"/>
                  <dgm:constr type="l" for="ch" forName="Child2Accent4" refType="w" fact="0.1842"/>
                  <dgm:constr type="t" for="ch" forName="Child2Accent4" refType="h" fact="0.9392"/>
                  <dgm:constr type="w" for="ch" forName="Child2Accent4" refType="w" fact="0.0287"/>
                  <dgm:constr type="h" for="ch" forName="Child2Accent4" refType="h" fact="0.0608"/>
                  <dgm:constr type="l" for="ch" forName="Child2Accent5" refType="w" fact="0.1229"/>
                  <dgm:constr type="t" for="ch" forName="Child2Accent5" refType="h" fact="0.9392"/>
                  <dgm:constr type="w" for="ch" forName="Child2Accent5" refType="w" fact="0.0287"/>
                  <dgm:constr type="h" for="ch" forName="Child2Accent5" refType="h" fact="0.0608"/>
                  <dgm:constr type="l" for="ch" forName="Child2Accent6" refType="w" fact="0.0615"/>
                  <dgm:constr type="t" for="ch" forName="Child2Accent6" refType="h" fact="0.9392"/>
                  <dgm:constr type="w" for="ch" forName="Child2Accent6" refType="w" fact="0.0287"/>
                  <dgm:constr type="h" for="ch" forName="Child2Accent6" refType="h" fact="0.0608"/>
                  <dgm:constr type="l" for="ch" forName="Child2Accent7" refType="w" fact="0.0002"/>
                  <dgm:constr type="t" for="ch" forName="Child2Accent7" refType="h" fact="0.9392"/>
                  <dgm:constr type="w" for="ch" forName="Child2Accent7" refType="w" fact="0.0287"/>
                  <dgm:constr type="h" for="ch" forName="Child2Accent7" refType="h" fact="0.0608"/>
                  <dgm:constr type="l" for="ch" forName="ParentAccent1" refType="w" fact="0.9713"/>
                  <dgm:constr type="t" for="ch" forName="ParentAccent1" refType="h" fact="0.5511"/>
                  <dgm:constr type="w" for="ch" forName="ParentAccent1" refType="w" fact="0.0287"/>
                  <dgm:constr type="h" for="ch" forName="ParentAccent1" refType="h" fact="0.0608"/>
                  <dgm:constr type="l" for="ch" forName="ParentAccent2" refType="w" fact="0.9187"/>
                  <dgm:constr type="t" for="ch" forName="ParentAccent2" refType="h" fact="0.5511"/>
                  <dgm:constr type="w" for="ch" forName="ParentAccent2" refType="w" fact="0.0287"/>
                  <dgm:constr type="h" for="ch" forName="ParentAccent2" refType="h" fact="0.0608"/>
                  <dgm:constr type="l" for="ch" forName="ParentAccent3" refType="w" fact="0.8661"/>
                  <dgm:constr type="t" for="ch" forName="ParentAccent3" refType="h" fact="0.5511"/>
                  <dgm:constr type="w" for="ch" forName="ParentAccent3" refType="w" fact="0.0287"/>
                  <dgm:constr type="h" for="ch" forName="ParentAccent3" refType="h" fact="0.0608"/>
                  <dgm:constr type="l" for="ch" forName="ParentAccent4" refType="w" fact="0.8136"/>
                  <dgm:constr type="t" for="ch" forName="ParentAccent4" refType="h" fact="0.5511"/>
                  <dgm:constr type="w" for="ch" forName="ParentAccent4" refType="w" fact="0.0287"/>
                  <dgm:constr type="h" for="ch" forName="ParentAccent4" refType="h" fact="0.0608"/>
                  <dgm:constr type="l" for="ch" forName="ParentAccent5" refType="w" fact="0.761"/>
                  <dgm:constr type="t" for="ch" forName="ParentAccent5" refType="h" fact="0.5511"/>
                  <dgm:constr type="w" for="ch" forName="ParentAccent5" refType="w" fact="0.0287"/>
                  <dgm:constr type="h" for="ch" forName="ParentAccent5" refType="h" fact="0.0608"/>
                  <dgm:constr type="l" for="ch" forName="ParentAccent6" refType="w" fact="0.6797"/>
                  <dgm:constr type="t" for="ch" forName="ParentAccent6" refType="h" fact="0.5207"/>
                  <dgm:constr type="w" for="ch" forName="ParentAccent6" refType="w" fact="0.0574"/>
                  <dgm:constr type="h" for="ch" forName="ParentAccent6" refType="h" fact="0.1217"/>
                  <dgm:constr type="l" for="ch" forName="ParentAccent7" refType="w" fact="0.9245"/>
                  <dgm:constr type="t" for="ch" forName="ParentAccent7" refType="h" fact="0.4255"/>
                  <dgm:constr type="w" for="ch" forName="ParentAccent7" refType="w" fact="0.0287"/>
                  <dgm:constr type="h" for="ch" forName="ParentAccent7" refType="h" fact="0.0608"/>
                  <dgm:constr type="l" for="ch" forName="ParentAccent8" refType="w" fact="0.9245"/>
                  <dgm:constr type="t" for="ch" forName="ParentAccent8" refType="h" fact="0.6776"/>
                  <dgm:constr type="w" for="ch" forName="ParentAccent8" refType="w" fact="0.0287"/>
                  <dgm:constr type="h" for="ch" forName="ParentAccent8" refType="h" fact="0.0608"/>
                  <dgm:constr type="l" for="ch" forName="ParentAccent9" refType="w" fact="0.9501"/>
                  <dgm:constr type="t" for="ch" forName="ParentAccent9" refType="h" fact="0.4801"/>
                  <dgm:constr type="w" for="ch" forName="ParentAccent9" refType="w" fact="0.0287"/>
                  <dgm:constr type="h" for="ch" forName="ParentAccent9" refType="h" fact="0.0608"/>
                  <dgm:constr type="l" for="ch" forName="ParentAccent10" refType="w" fact="0.9518"/>
                  <dgm:constr type="t" for="ch" forName="ParentAccent10" refType="h" fact="0.6233"/>
                  <dgm:constr type="w" for="ch" forName="ParentAccent10" refType="w" fact="0.0287"/>
                  <dgm:constr type="h" for="ch" forName="ParentAccent10" refType="h" fact="0.0608"/>
                  <dgm:constr type="l" for="ch" forName="Child2" refType="w" fact="0"/>
                  <dgm:constr type="t" for="ch" forName="Child2" refType="h" fact="0.7822"/>
                  <dgm:constr type="w" for="ch" forName="Child2" refType="w" fact="0.3364"/>
                  <dgm:constr type="h" for="ch" forName="Child2" refType="h" fact="0.1564"/>
                  <dgm:constr type="l" for="ch" forName="Child1" refType="w" fact="0"/>
                  <dgm:constr type="t" for="ch" forName="Child1" refType="h" fact="0"/>
                  <dgm:constr type="w" for="ch" forName="Child1" refType="w" fact="0.3364"/>
                  <dgm:constr type="h" for="ch" forName="Child1" refType="h" fact="0.1564"/>
                  <dgm:constr type="l" for="ch" forName="Parent" refType="w" fact="0.3653"/>
                  <dgm:constr type="t" for="ch" forName="Parent" refType="h" fact="0.2737"/>
                  <dgm:constr type="w" for="ch" forName="Parent" refType="w" fact="0.2906"/>
                  <dgm:constr type="h" for="ch" forName="Parent" refType="h" fact="0.6157"/>
                </dgm:constrLst>
              </dgm:if>
              <dgm:if name="Name10" axis="ch" ptType="node" func="cnt" op="equ" val="3">
                <dgm:alg type="composite">
                  <dgm:param type="ar" val="2.1185"/>
                </dgm:alg>
                <dgm:constrLst>
                  <dgm:constr type="l" for="ch" forName="Child1Accent1" refType="w" fact="0.3436"/>
                  <dgm:constr type="t" for="ch" forName="Child1Accent1" refType="h" fact="0.2211"/>
                  <dgm:constr type="w" for="ch" forName="Child1Accent1" refType="w" fact="0.0574"/>
                  <dgm:constr type="h" for="ch" forName="Child1Accent1" refType="h" fact="0.1217"/>
                  <dgm:constr type="l" for="ch" forName="Child1Accent2" refType="w" fact="0.3068"/>
                  <dgm:constr type="t" for="ch" forName="Child1Accent2" refType="h" fact="0.1569"/>
                  <dgm:constr type="w" for="ch" forName="Child1Accent2" refType="w" fact="0.0287"/>
                  <dgm:constr type="h" for="ch" forName="Child1Accent2" refType="h" fact="0.0608"/>
                  <dgm:constr type="l" for="ch" forName="Child1Accent3" refType="w" fact="0.2455"/>
                  <dgm:constr type="t" for="ch" forName="Child1Accent3" refType="h" fact="0.1569"/>
                  <dgm:constr type="w" for="ch" forName="Child1Accent3" refType="w" fact="0.0287"/>
                  <dgm:constr type="h" for="ch" forName="Child1Accent3" refType="h" fact="0.0608"/>
                  <dgm:constr type="l" for="ch" forName="Child1Accent4" refType="w" fact="0.1842"/>
                  <dgm:constr type="t" for="ch" forName="Child1Accent4" refType="h" fact="0.1569"/>
                  <dgm:constr type="w" for="ch" forName="Child1Accent4" refType="w" fact="0.0287"/>
                  <dgm:constr type="h" for="ch" forName="Child1Accent4" refType="h" fact="0.0608"/>
                  <dgm:constr type="l" for="ch" forName="Child1Accent5" refType="w" fact="0.1229"/>
                  <dgm:constr type="t" for="ch" forName="Child1Accent5" refType="h" fact="0.1569"/>
                  <dgm:constr type="w" for="ch" forName="Child1Accent5" refType="w" fact="0.0287"/>
                  <dgm:constr type="h" for="ch" forName="Child1Accent5" refType="h" fact="0.0608"/>
                  <dgm:constr type="l" for="ch" forName="Child2Accent1" refType="w" fact="0.284"/>
                  <dgm:constr type="t" for="ch" forName="Child2Accent1" refType="h" fact="0.5207"/>
                  <dgm:constr type="w" for="ch" forName="Child2Accent1" refType="w" fact="0.0574"/>
                  <dgm:constr type="h" for="ch" forName="Child2Accent1" refType="h" fact="0.1217"/>
                  <dgm:constr type="l" for="ch" forName="Child2Accent2" refType="w" fact="0.2272"/>
                  <dgm:constr type="t" for="ch" forName="Child2Accent2" refType="h" fact="0.5511"/>
                  <dgm:constr type="w" for="ch" forName="Child2Accent2" refType="w" fact="0.0287"/>
                  <dgm:constr type="h" for="ch" forName="Child2Accent2" refType="h" fact="0.0608"/>
                  <dgm:constr type="l" for="ch" forName="Child2Accent3" refType="w" fact="0.1705"/>
                  <dgm:constr type="t" for="ch" forName="Child2Accent3" refType="h" fact="0.5511"/>
                  <dgm:constr type="w" for="ch" forName="Child2Accent3" refType="w" fact="0.0287"/>
                  <dgm:constr type="h" for="ch" forName="Child2Accent3" refType="h" fact="0.0608"/>
                  <dgm:constr type="l" for="ch" forName="Child2Accent4" refType="w" fact="0.1137"/>
                  <dgm:constr type="t" for="ch" forName="Child2Accent4" refType="h" fact="0.5511"/>
                  <dgm:constr type="w" for="ch" forName="Child2Accent4" refType="w" fact="0.0287"/>
                  <dgm:constr type="h" for="ch" forName="Child2Accent4" refType="h" fact="0.0608"/>
                  <dgm:constr type="l" for="ch" forName="Child1Accent6" refType="w" fact="0.0615"/>
                  <dgm:constr type="t" for="ch" forName="Child1Accent6" refType="h" fact="0.1569"/>
                  <dgm:constr type="w" for="ch" forName="Child1Accent6" refType="w" fact="0.0287"/>
                  <dgm:constr type="h" for="ch" forName="Child1Accent6" refType="h" fact="0.0608"/>
                  <dgm:constr type="l" for="ch" forName="Child2Accent5" refType="w" fact="0.057"/>
                  <dgm:constr type="t" for="ch" forName="Child2Accent5" refType="h" fact="0.5511"/>
                  <dgm:constr type="w" for="ch" forName="Child2Accent5" refType="w" fact="0.0287"/>
                  <dgm:constr type="h" for="ch" forName="Child2Accent5" refType="h" fact="0.0608"/>
                  <dgm:constr type="l" for="ch" forName="Child1Accent7" refType="w" fact="0.0002"/>
                  <dgm:constr type="t" for="ch" forName="Child1Accent7" refType="h" fact="0.1569"/>
                  <dgm:constr type="w" for="ch" forName="Child1Accent7" refType="w" fact="0.0287"/>
                  <dgm:constr type="h" for="ch" forName="Child1Accent7" refType="h" fact="0.0608"/>
                  <dgm:constr type="l" for="ch" forName="Child1Accent8" refType="w" fact="0"/>
                  <dgm:constr type="t" for="ch" forName="Child1Accent8" refType="h" fact="0"/>
                  <dgm:constr type="w" for="ch" forName="Child1Accent8" refType="w" fact="0"/>
                  <dgm:constr type="h" for="ch" forName="Child1Accent8" refType="h" fact="0"/>
                  <dgm:constr type="l" for="ch" forName="Child1Accent9" refType="w" fact="0"/>
                  <dgm:constr type="t" for="ch" forName="Child1Accent9" refType="h" fact="0"/>
                  <dgm:constr type="w" for="ch" forName="Child1Accent9" refType="w" fact="0"/>
                  <dgm:constr type="h" for="ch" forName="Child1Accent9" refType="h" fact="0"/>
                  <dgm:constr type="l" for="ch" forName="Child2Accent6" refType="w" fact="0.0002"/>
                  <dgm:constr type="t" for="ch" forName="Child2Accent6" refType="h" fact="0.5511"/>
                  <dgm:constr type="w" for="ch" forName="Child2Accent6" refType="w" fact="0.0287"/>
                  <dgm:constr type="h" for="ch" forName="Child2Accent6" refType="h" fact="0.0608"/>
                  <dgm:constr type="l" for="ch" forName="Child2Accent7" refType="w" fact="0"/>
                  <dgm:constr type="t" for="ch" forName="Child2Accent7" refType="h" fact="0"/>
                  <dgm:constr type="w" for="ch" forName="Child2Accent7" refType="w" fact="0"/>
                  <dgm:constr type="h" for="ch" forName="Child2Accent7" refType="h" fact="0"/>
                  <dgm:constr type="l" for="ch" forName="Child3Accent1" refType="w" fact="0.3436"/>
                  <dgm:constr type="t" for="ch" forName="Child3Accent1" refType="h" fact="0.8153"/>
                  <dgm:constr type="w" for="ch" forName="Child3Accent1" refType="w" fact="0.0574"/>
                  <dgm:constr type="h" for="ch" forName="Child3Accent1" refType="h" fact="0.1217"/>
                  <dgm:constr type="l" for="ch" forName="Child3Accent2" refType="w" fact="0.3068"/>
                  <dgm:constr type="t" for="ch" forName="Child3Accent2" refType="h" fact="0.9392"/>
                  <dgm:constr type="w" for="ch" forName="Child3Accent2" refType="w" fact="0.0287"/>
                  <dgm:constr type="h" for="ch" forName="Child3Accent2" refType="h" fact="0.0608"/>
                  <dgm:constr type="l" for="ch" forName="Child3Accent3" refType="w" fact="0.2455"/>
                  <dgm:constr type="t" for="ch" forName="Child3Accent3" refType="h" fact="0.9392"/>
                  <dgm:constr type="w" for="ch" forName="Child3Accent3" refType="w" fact="0.0287"/>
                  <dgm:constr type="h" for="ch" forName="Child3Accent3" refType="h" fact="0.0608"/>
                  <dgm:constr type="l" for="ch" forName="Child3Accent4" refType="w" fact="0.1842"/>
                  <dgm:constr type="t" for="ch" forName="Child3Accent4" refType="h" fact="0.9392"/>
                  <dgm:constr type="w" for="ch" forName="Child3Accent4" refType="w" fact="0.0287"/>
                  <dgm:constr type="h" for="ch" forName="Child3Accent4" refType="h" fact="0.0608"/>
                  <dgm:constr type="l" for="ch" forName="Child3Accent5" refType="w" fact="0.1229"/>
                  <dgm:constr type="t" for="ch" forName="Child3Accent5" refType="h" fact="0.9392"/>
                  <dgm:constr type="w" for="ch" forName="Child3Accent5" refType="w" fact="0.0287"/>
                  <dgm:constr type="h" for="ch" forName="Child3Accent5" refType="h" fact="0.0608"/>
                  <dgm:constr type="l" for="ch" forName="Child3Accent6" refType="w" fact="0.0615"/>
                  <dgm:constr type="t" for="ch" forName="Child3Accent6" refType="h" fact="0.9392"/>
                  <dgm:constr type="w" for="ch" forName="Child3Accent6" refType="w" fact="0.0287"/>
                  <dgm:constr type="h" for="ch" forName="Child3Accent6" refType="h" fact="0.0608"/>
                  <dgm:constr type="l" for="ch" forName="Child3Accent7" refType="w" fact="0.0002"/>
                  <dgm:constr type="t" for="ch" forName="Child3Accent7" refType="h" fact="0.9392"/>
                  <dgm:constr type="w" for="ch" forName="Child3Accent7" refType="w" fact="0.0287"/>
                  <dgm:constr type="h" for="ch" forName="Child3Accent7" refType="h" fact="0.0608"/>
                  <dgm:constr type="l" for="ch" forName="ParentAccent1" refType="w" fact="0.9713"/>
                  <dgm:constr type="t" for="ch" forName="ParentAccent1" refType="h" fact="0.5511"/>
                  <dgm:constr type="w" for="ch" forName="ParentAccent1" refType="w" fact="0.0287"/>
                  <dgm:constr type="h" for="ch" forName="ParentAccent1" refType="h" fact="0.0608"/>
                  <dgm:constr type="l" for="ch" forName="ParentAccent2" refType="w" fact="0.9187"/>
                  <dgm:constr type="t" for="ch" forName="ParentAccent2" refType="h" fact="0.5511"/>
                  <dgm:constr type="w" for="ch" forName="ParentAccent2" refType="w" fact="0.0287"/>
                  <dgm:constr type="h" for="ch" forName="ParentAccent2" refType="h" fact="0.0608"/>
                  <dgm:constr type="l" for="ch" forName="ParentAccent3" refType="w" fact="0.8661"/>
                  <dgm:constr type="t" for="ch" forName="ParentAccent3" refType="h" fact="0.5511"/>
                  <dgm:constr type="w" for="ch" forName="ParentAccent3" refType="w" fact="0.0287"/>
                  <dgm:constr type="h" for="ch" forName="ParentAccent3" refType="h" fact="0.0608"/>
                  <dgm:constr type="l" for="ch" forName="ParentAccent4" refType="w" fact="0.8136"/>
                  <dgm:constr type="t" for="ch" forName="ParentAccent4" refType="h" fact="0.5511"/>
                  <dgm:constr type="w" for="ch" forName="ParentAccent4" refType="w" fact="0.0287"/>
                  <dgm:constr type="h" for="ch" forName="ParentAccent4" refType="h" fact="0.0608"/>
                  <dgm:constr type="l" for="ch" forName="ParentAccent5" refType="w" fact="0.761"/>
                  <dgm:constr type="t" for="ch" forName="ParentAccent5" refType="h" fact="0.5511"/>
                  <dgm:constr type="w" for="ch" forName="ParentAccent5" refType="w" fact="0.0287"/>
                  <dgm:constr type="h" for="ch" forName="ParentAccent5" refType="h" fact="0.0608"/>
                  <dgm:constr type="l" for="ch" forName="ParentAccent6" refType="w" fact="0.6797"/>
                  <dgm:constr type="t" for="ch" forName="ParentAccent6" refType="h" fact="0.5207"/>
                  <dgm:constr type="w" for="ch" forName="ParentAccent6" refType="w" fact="0.0574"/>
                  <dgm:constr type="h" for="ch" forName="ParentAccent6" refType="h" fact="0.1217"/>
                  <dgm:constr type="l" for="ch" forName="ParentAccent7" refType="w" fact="0.9245"/>
                  <dgm:constr type="t" for="ch" forName="ParentAccent7" refType="h" fact="0.4255"/>
                  <dgm:constr type="w" for="ch" forName="ParentAccent7" refType="w" fact="0.0287"/>
                  <dgm:constr type="h" for="ch" forName="ParentAccent7" refType="h" fact="0.0608"/>
                  <dgm:constr type="l" for="ch" forName="ParentAccent8" refType="w" fact="0.9245"/>
                  <dgm:constr type="t" for="ch" forName="ParentAccent8" refType="h" fact="0.6776"/>
                  <dgm:constr type="w" for="ch" forName="ParentAccent8" refType="w" fact="0.0287"/>
                  <dgm:constr type="h" for="ch" forName="ParentAccent8" refType="h" fact="0.0608"/>
                  <dgm:constr type="l" for="ch" forName="ParentAccent9" refType="w" fact="0.9501"/>
                  <dgm:constr type="t" for="ch" forName="ParentAccent9" refType="h" fact="0.4801"/>
                  <dgm:constr type="w" for="ch" forName="ParentAccent9" refType="w" fact="0.0287"/>
                  <dgm:constr type="h" for="ch" forName="ParentAccent9" refType="h" fact="0.0608"/>
                  <dgm:constr type="l" for="ch" forName="ParentAccent10" refType="w" fact="0.9518"/>
                  <dgm:constr type="t" for="ch" forName="ParentAccent10" refType="h" fact="0.6233"/>
                  <dgm:constr type="w" for="ch" forName="ParentAccent10" refType="w" fact="0.0287"/>
                  <dgm:constr type="h" for="ch" forName="ParentAccent10" refType="h" fact="0.0608"/>
                  <dgm:constr type="l" for="ch" forName="Child3" refType="w" fact="0"/>
                  <dgm:constr type="t" for="ch" forName="Child3" refType="h" fact="0.7822"/>
                  <dgm:constr type="w" for="ch" forName="Child3" refType="w" fact="0.3364"/>
                  <dgm:constr type="h" for="ch" forName="Child3" refType="h" fact="0.1564"/>
                  <dgm:constr type="l" for="ch" forName="Child2" refType="w" fact="0"/>
                  <dgm:constr type="t" for="ch" forName="Child2" refType="h" fact="0.3955"/>
                  <dgm:constr type="w" for="ch" forName="Child2" refType="w" fact="0.2544"/>
                  <dgm:constr type="h" for="ch" forName="Child2" refType="h" fact="0.1564"/>
                  <dgm:constr type="l" for="ch" forName="Child1" refType="w" fact="0"/>
                  <dgm:constr type="t" for="ch" forName="Child1" refType="h" fact="0"/>
                  <dgm:constr type="w" for="ch" forName="Child1" refType="w" fact="0.3364"/>
                  <dgm:constr type="h" for="ch" forName="Child1" refType="h" fact="0.1564"/>
                  <dgm:constr type="l" for="ch" forName="Parent" refType="w" fact="0.3653"/>
                  <dgm:constr type="t" for="ch" forName="Parent" refType="h" fact="0.2737"/>
                  <dgm:constr type="w" for="ch" forName="Parent" refType="w" fact="0.2906"/>
                  <dgm:constr type="h" for="ch" forName="Parent" refType="h" fact="0.6157"/>
                </dgm:constrLst>
              </dgm:if>
              <dgm:if name="Name11" axis="ch" ptType="node" func="cnt" op="equ" val="4">
                <dgm:alg type="composite">
                  <dgm:param type="ar" val="1.8304"/>
                </dgm:alg>
                <dgm:constrLst>
                  <dgm:constr type="l" for="ch" forName="Parent" refType="w" fact="0.3771"/>
                  <dgm:constr type="t" for="ch" forName="Parent" refType="h" fact="0.2946"/>
                  <dgm:constr type="w" for="ch" forName="Parent" refType="w" fact="0.2862"/>
                  <dgm:constr type="h" for="ch" forName="Parent" refType="h" fact="0.5239"/>
                  <dgm:constr type="l" for="ch" forName="Child1Accent1" refType="w" fact="0.3904"/>
                  <dgm:constr type="t" for="ch" forName="Child1Accent1" refType="h" fact="0.2104"/>
                  <dgm:constr type="w" for="ch" forName="Child1Accent1" refType="w" fact="0.0566"/>
                  <dgm:constr type="h" for="ch" forName="Child1Accent1" refType="h" fact="0.1035"/>
                  <dgm:constr type="l" for="ch" forName="Child1Accent3" refType="w" fact="0.3001"/>
                  <dgm:constr type="t" for="ch" forName="Child1Accent3" refType="h" fact="0.128"/>
                  <dgm:constr type="w" for="ch" forName="Child1Accent3" refType="w" fact="0.0283"/>
                  <dgm:constr type="h" for="ch" forName="Child1Accent3" refType="h" fact="0.0518"/>
                  <dgm:constr type="l" for="ch" forName="Child1Accent4" refType="w" fact="0.2418"/>
                  <dgm:constr type="t" for="ch" forName="Child1Accent4" refType="h" fact="0.128"/>
                  <dgm:constr type="w" for="ch" forName="Child1Accent4" refType="w" fact="0.0283"/>
                  <dgm:constr type="h" for="ch" forName="Child1Accent4" refType="h" fact="0.0518"/>
                  <dgm:constr type="l" for="ch" forName="Child1Accent5" refType="w" fact="0.1835"/>
                  <dgm:constr type="t" for="ch" forName="Child1Accent5" refType="h" fact="0.128"/>
                  <dgm:constr type="w" for="ch" forName="Child1Accent5" refType="w" fact="0.0283"/>
                  <dgm:constr type="h" for="ch" forName="Child1Accent5" refType="h" fact="0.0518"/>
                  <dgm:constr type="l" for="ch" forName="Child1Accent6" refType="w" fact="0.1252"/>
                  <dgm:constr type="t" for="ch" forName="Child1Accent6" refType="h" fact="0.128"/>
                  <dgm:constr type="w" for="ch" forName="Child1Accent6" refType="w" fact="0.0283"/>
                  <dgm:constr type="h" for="ch" forName="Child1Accent6" refType="h" fact="0.0518"/>
                  <dgm:constr type="l" for="ch" forName="Child3Accent1" refType="w" fact="0.3158"/>
                  <dgm:constr type="t" for="ch" forName="Child3Accent1" refType="h" fact="0.6212"/>
                  <dgm:constr type="w" for="ch" forName="Child3Accent1" refType="w" fact="0.0566"/>
                  <dgm:constr type="h" for="ch" forName="Child3Accent1" refType="h" fact="0.1035"/>
                  <dgm:constr type="l" for="ch" forName="Child3Accent2" refType="w" fact="0.2689"/>
                  <dgm:constr type="t" for="ch" forName="Child3Accent2" refType="h" fact="0.6828"/>
                  <dgm:constr type="w" for="ch" forName="Child3Accent2" refType="w" fact="0.0283"/>
                  <dgm:constr type="h" for="ch" forName="Child3Accent2" refType="h" fact="0.0518"/>
                  <dgm:constr type="l" for="ch" forName="Child3Accent4" refType="w" fact="0.1614"/>
                  <dgm:constr type="t" for="ch" forName="Child3Accent4" refType="h" fact="0.6828"/>
                  <dgm:constr type="w" for="ch" forName="Child3Accent4" refType="w" fact="0.0283"/>
                  <dgm:constr type="h" for="ch" forName="Child3Accent4" refType="h" fact="0.0518"/>
                  <dgm:constr type="l" for="ch" forName="Child3Accent5" refType="w" fact="0.1077"/>
                  <dgm:constr type="t" for="ch" forName="Child3Accent5" refType="h" fact="0.6828"/>
                  <dgm:constr type="w" for="ch" forName="Child3Accent5" refType="w" fact="0.0283"/>
                  <dgm:constr type="h" for="ch" forName="Child3Accent5" refType="h" fact="0.0518"/>
                  <dgm:constr type="l" for="ch" forName="Child1Accent7" refType="w" fact="0.0668"/>
                  <dgm:constr type="t" for="ch" forName="Child1Accent7" refType="h" fact="0.128"/>
                  <dgm:constr type="w" for="ch" forName="Child1Accent7" refType="w" fact="0.0283"/>
                  <dgm:constr type="h" for="ch" forName="Child1Accent7" refType="h" fact="0.0518"/>
                  <dgm:constr type="l" for="ch" forName="Child3Accent6" refType="w" fact="0.0539"/>
                  <dgm:constr type="t" for="ch" forName="Child3Accent6" refType="h" fact="0.6828"/>
                  <dgm:constr type="w" for="ch" forName="Child3Accent6" refType="w" fact="0.0283"/>
                  <dgm:constr type="h" for="ch" forName="Child3Accent6" refType="h" fact="0.0518"/>
                  <dgm:constr type="l" for="ch" forName="Child1Accent8" refType="w" fact="0.0085"/>
                  <dgm:constr type="t" for="ch" forName="Child1Accent8" refType="h" fact="0.128"/>
                  <dgm:constr type="w" for="ch" forName="Child1Accent8" refType="w" fact="0.0283"/>
                  <dgm:constr type="h" for="ch" forName="Child1Accent8" refType="h" fact="0.0518"/>
                  <dgm:constr type="l" for="ch" forName="Child1Accent9" refType="w" fact="0"/>
                  <dgm:constr type="t" for="ch" forName="Child1Accent9" refType="h" fact="0"/>
                  <dgm:constr type="w" for="ch" forName="Child1Accent9" refType="w" fact="0"/>
                  <dgm:constr type="h" for="ch" forName="Child1Accent9" refType="h" fact="0"/>
                  <dgm:constr type="l" for="ch" forName="Child3Accent7" refType="w" fact="0.0002"/>
                  <dgm:constr type="t" for="ch" forName="Child3Accent7" refType="h" fact="0.6828"/>
                  <dgm:constr type="w" for="ch" forName="Child3Accent7" refType="w" fact="0.0283"/>
                  <dgm:constr type="h" for="ch" forName="Child3Accent7" refType="h" fact="0.0518"/>
                  <dgm:constr type="l" for="ch" forName="Child4Accent1" refType="w" fact="0.3904"/>
                  <dgm:constr type="t" for="ch" forName="Child4Accent1" refType="h" fact="0.8"/>
                  <dgm:constr type="w" for="ch" forName="Child4Accent1" refType="w" fact="0.0566"/>
                  <dgm:constr type="h" for="ch" forName="Child4Accent1" refType="h" fact="0.1035"/>
                  <dgm:constr type="l" for="ch" forName="Child4Accent3" refType="w" fact="0.2998"/>
                  <dgm:constr type="t" for="ch" forName="Child4Accent3" refType="h" fact="0.9482"/>
                  <dgm:constr type="w" for="ch" forName="Child4Accent3" refType="w" fact="0.0283"/>
                  <dgm:constr type="h" for="ch" forName="Child4Accent3" refType="h" fact="0.0518"/>
                  <dgm:constr type="l" for="ch" forName="Child4Accent4" refType="w" fact="0.2415"/>
                  <dgm:constr type="t" for="ch" forName="Child4Accent4" refType="h" fact="0.9482"/>
                  <dgm:constr type="w" for="ch" forName="Child4Accent4" refType="w" fact="0.0283"/>
                  <dgm:constr type="h" for="ch" forName="Child4Accent4" refType="h" fact="0.0518"/>
                  <dgm:constr type="l" for="ch" forName="Child4Accent5" refType="w" fact="0.1833"/>
                  <dgm:constr type="t" for="ch" forName="Child4Accent5" refType="h" fact="0.9482"/>
                  <dgm:constr type="w" for="ch" forName="Child4Accent5" refType="w" fact="0.0283"/>
                  <dgm:constr type="h" for="ch" forName="Child4Accent5" refType="h" fact="0.0518"/>
                  <dgm:constr type="l" for="ch" forName="Child4Accent6" refType="w" fact="0.1251"/>
                  <dgm:constr type="t" for="ch" forName="Child4Accent6" refType="h" fact="0.9482"/>
                  <dgm:constr type="w" for="ch" forName="Child4Accent6" refType="w" fact="0.0283"/>
                  <dgm:constr type="h" for="ch" forName="Child4Accent6" refType="h" fact="0.0518"/>
                  <dgm:constr type="l" for="ch" forName="Child4Accent7" refType="w" fact="0.0668"/>
                  <dgm:constr type="t" for="ch" forName="Child4Accent7" refType="h" fact="0.9482"/>
                  <dgm:constr type="w" for="ch" forName="Child4Accent7" refType="w" fact="0.0283"/>
                  <dgm:constr type="h" for="ch" forName="Child4Accent7" refType="h" fact="0.0518"/>
                  <dgm:constr type="l" for="ch" forName="Child4Accent8" refType="w" fact="0.0086"/>
                  <dgm:constr type="t" for="ch" forName="Child4Accent8" refType="h" fact="0.9482"/>
                  <dgm:constr type="w" for="ch" forName="Child4Accent8" refType="w" fact="0.0283"/>
                  <dgm:constr type="h" for="ch" forName="Child4Accent8" refType="h" fact="0.0518"/>
                  <dgm:constr type="l" for="ch" forName="Child2Accent1" refType="w" fact="0.3158"/>
                  <dgm:constr type="t" for="ch" forName="Child2Accent1" refType="h" fact="0.3725"/>
                  <dgm:constr type="w" for="ch" forName="Child2Accent1" refType="w" fact="0.0566"/>
                  <dgm:constr type="h" for="ch" forName="Child2Accent1" refType="h" fact="0.1035"/>
                  <dgm:constr type="l" for="ch" forName="Child4Accent2" refType="w" fact="0.358"/>
                  <dgm:constr type="t" for="ch" forName="Child4Accent2" refType="h" fact="0.8993"/>
                  <dgm:constr type="w" for="ch" forName="Child4Accent2" refType="w" fact="0.0283"/>
                  <dgm:constr type="h" for="ch" forName="Child4Accent2" refType="h" fact="0.0518"/>
                  <dgm:constr type="l" for="ch" forName="Child1Accent2" refType="w" fact="0.3585"/>
                  <dgm:constr type="t" for="ch" forName="Child1Accent2" refType="h" fact="0.162"/>
                  <dgm:constr type="w" for="ch" forName="Child1Accent2" refType="w" fact="0.0283"/>
                  <dgm:constr type="h" for="ch" forName="Child1Accent2" refType="h" fact="0.0518"/>
                  <dgm:constr type="l" for="ch" forName="Child3Accent3" refType="w" fact="0.2151"/>
                  <dgm:constr type="t" for="ch" forName="Child3Accent3" refType="h" fact="0.6828"/>
                  <dgm:constr type="w" for="ch" forName="Child3Accent3" refType="w" fact="0.0283"/>
                  <dgm:constr type="h" for="ch" forName="Child3Accent3" refType="h" fact="0.0518"/>
                  <dgm:constr type="l" for="ch" forName="Child2Accent2" refType="w" fact="0.2689"/>
                  <dgm:constr type="t" for="ch" forName="Child2Accent2" refType="h" fact="0.3937"/>
                  <dgm:constr type="w" for="ch" forName="Child2Accent2" refType="w" fact="0.0283"/>
                  <dgm:constr type="h" for="ch" forName="Child2Accent2" refType="h" fact="0.0518"/>
                  <dgm:constr type="l" for="ch" forName="Child2Accent4" refType="w" fact="0.1614"/>
                  <dgm:constr type="t" for="ch" forName="Child2Accent4" refType="h" fact="0.3937"/>
                  <dgm:constr type="w" for="ch" forName="Child2Accent4" refType="w" fact="0.0283"/>
                  <dgm:constr type="h" for="ch" forName="Child2Accent4" refType="h" fact="0.0518"/>
                  <dgm:constr type="l" for="ch" forName="Child2Accent5" refType="w" fact="0.1077"/>
                  <dgm:constr type="t" for="ch" forName="Child2Accent5" refType="h" fact="0.3937"/>
                  <dgm:constr type="w" for="ch" forName="Child2Accent5" refType="w" fact="0.0283"/>
                  <dgm:constr type="h" for="ch" forName="Child2Accent5" refType="h" fact="0.0518"/>
                  <dgm:constr type="l" for="ch" forName="Child2Accent6" refType="w" fact="0.0539"/>
                  <dgm:constr type="t" for="ch" forName="Child2Accent6" refType="h" fact="0.3937"/>
                  <dgm:constr type="w" for="ch" forName="Child2Accent6" refType="w" fact="0.0283"/>
                  <dgm:constr type="h" for="ch" forName="Child2Accent6" refType="h" fact="0.0518"/>
                  <dgm:constr type="l" for="ch" forName="Child2Accent7" refType="w" fact="0.0002"/>
                  <dgm:constr type="t" for="ch" forName="Child2Accent7" refType="h" fact="0.3937"/>
                  <dgm:constr type="w" for="ch" forName="Child2Accent7" refType="w" fact="0.0283"/>
                  <dgm:constr type="h" for="ch" forName="Child2Accent7" refType="h" fact="0.0518"/>
                  <dgm:constr type="l" for="ch" forName="Child2Accent3" refType="w" fact="0.2151"/>
                  <dgm:constr type="t" for="ch" forName="Child2Accent3" refType="h" fact="0.3937"/>
                  <dgm:constr type="w" for="ch" forName="Child2Accent3" refType="w" fact="0.0283"/>
                  <dgm:constr type="h" for="ch" forName="Child2Accent3" refType="h" fact="0.0518"/>
                  <dgm:constr type="l" for="ch" forName="ParentAccent1" refType="w" fact="0.9717"/>
                  <dgm:constr type="t" for="ch" forName="ParentAccent1" refType="h" fact="0.5316"/>
                  <dgm:constr type="w" for="ch" forName="ParentAccent1" refType="w" fact="0.0283"/>
                  <dgm:constr type="h" for="ch" forName="ParentAccent1" refType="h" fact="0.0518"/>
                  <dgm:constr type="l" for="ch" forName="ParentAccent2" refType="w" fact="0.9199"/>
                  <dgm:constr type="t" for="ch" forName="ParentAccent2" refType="h" fact="0.5316"/>
                  <dgm:constr type="w" for="ch" forName="ParentAccent2" refType="w" fact="0.0283"/>
                  <dgm:constr type="h" for="ch" forName="ParentAccent2" refType="h" fact="0.0518"/>
                  <dgm:constr type="l" for="ch" forName="ParentAccent3" refType="w" fact="0.8682"/>
                  <dgm:constr type="t" for="ch" forName="ParentAccent3" refType="h" fact="0.5316"/>
                  <dgm:constr type="w" for="ch" forName="ParentAccent3" refType="w" fact="0.0283"/>
                  <dgm:constr type="h" for="ch" forName="ParentAccent3" refType="h" fact="0.0518"/>
                  <dgm:constr type="l" for="ch" forName="ParentAccent4" refType="w" fact="0.8164"/>
                  <dgm:constr type="t" for="ch" forName="ParentAccent4" refType="h" fact="0.5316"/>
                  <dgm:constr type="w" for="ch" forName="ParentAccent4" refType="w" fact="0.0283"/>
                  <dgm:constr type="h" for="ch" forName="ParentAccent4" refType="h" fact="0.0518"/>
                  <dgm:constr type="l" for="ch" forName="ParentAccent5" refType="w" fact="0.7646"/>
                  <dgm:constr type="t" for="ch" forName="ParentAccent5" refType="h" fact="0.5316"/>
                  <dgm:constr type="w" for="ch" forName="ParentAccent5" refType="w" fact="0.0283"/>
                  <dgm:constr type="h" for="ch" forName="ParentAccent5" refType="h" fact="0.0518"/>
                  <dgm:constr type="l" for="ch" forName="ParentAccent6" refType="w" fact="0.6846"/>
                  <dgm:constr type="t" for="ch" forName="ParentAccent6" refType="h" fact="0.5057"/>
                  <dgm:constr type="w" for="ch" forName="ParentAccent6" refType="w" fact="0.0566"/>
                  <dgm:constr type="h" for="ch" forName="ParentAccent6" refType="h" fact="0.1035"/>
                  <dgm:constr type="l" for="ch" forName="ParentAccent7" refType="w" fact="0.9256"/>
                  <dgm:constr type="t" for="ch" forName="ParentAccent7" refType="h" fact="0.4247"/>
                  <dgm:constr type="w" for="ch" forName="ParentAccent7" refType="w" fact="0.0283"/>
                  <dgm:constr type="h" for="ch" forName="ParentAccent7" refType="h" fact="0.0518"/>
                  <dgm:constr type="l" for="ch" forName="ParentAccent8" refType="w" fact="0.9256"/>
                  <dgm:constr type="t" for="ch" forName="ParentAccent8" refType="h" fact="0.6392"/>
                  <dgm:constr type="w" for="ch" forName="ParentAccent8" refType="w" fact="0.0283"/>
                  <dgm:constr type="h" for="ch" forName="ParentAccent8" refType="h" fact="0.0518"/>
                  <dgm:constr type="l" for="ch" forName="ParentAccent9" refType="w" fact="0.9509"/>
                  <dgm:constr type="t" for="ch" forName="ParentAccent9" refType="h" fact="0.4712"/>
                  <dgm:constr type="w" for="ch" forName="ParentAccent9" refType="w" fact="0.0283"/>
                  <dgm:constr type="h" for="ch" forName="ParentAccent9" refType="h" fact="0.0518"/>
                  <dgm:constr type="l" for="ch" forName="ParentAccent10" refType="w" fact="0.9525"/>
                  <dgm:constr type="t" for="ch" forName="ParentAccent10" refType="h" fact="0.593"/>
                  <dgm:constr type="w" for="ch" forName="ParentAccent10" refType="w" fact="0.0283"/>
                  <dgm:constr type="h" for="ch" forName="ParentAccent10" refType="h" fact="0.0518"/>
                  <dgm:constr type="l" for="ch" forName="Child4" refType="w" fact="0.0081"/>
                  <dgm:constr type="t" for="ch" forName="Child4" refType="h" fact="0.8184"/>
                  <dgm:constr type="w" for="ch" forName="Child4" refType="w" fact="0.3192"/>
                  <dgm:constr type="h" for="ch" forName="Child4" refType="h" fact="0.1294"/>
                  <dgm:constr type="l" for="ch" forName="Child3" refType="w" fact="0"/>
                  <dgm:constr type="t" for="ch" forName="Child3" refType="h" fact="0.5547"/>
                  <dgm:constr type="w" for="ch" forName="Child3" refType="w" fact="0.297"/>
                  <dgm:constr type="h" for="ch" forName="Child3" refType="h" fact="0.1294"/>
                  <dgm:constr type="l" for="ch" forName="Child2" refType="w" fact="0"/>
                  <dgm:constr type="t" for="ch" forName="Child2" refType="h" fact="0.2662"/>
                  <dgm:constr type="w" for="ch" forName="Child2" refType="w" fact="0.297"/>
                  <dgm:constr type="h" for="ch" forName="Child2" refType="h" fact="0.1294"/>
                  <dgm:constr type="l" for="ch" forName="Child1" refType="w" fact="0.0081"/>
                  <dgm:constr type="t" for="ch" forName="Child1" refType="h" fact="0"/>
                  <dgm:constr type="w" for="ch" forName="Child1" refType="w" fact="0.3192"/>
                  <dgm:constr type="h" for="ch" forName="Child1" refType="h" fact="0.1294"/>
                </dgm:constrLst>
              </dgm:if>
              <dgm:else name="Name12">
                <dgm:alg type="composite">
                  <dgm:param type="ar" val="1.3278"/>
                </dgm:alg>
                <dgm:constrLst>
                  <dgm:constr type="l" for="ch" forName="Child2Accent1" refType="w" fact="0.3436"/>
                  <dgm:constr type="t" for="ch" forName="Child2Accent1" refType="h" fact="0.3184"/>
                  <dgm:constr type="w" for="ch" forName="Child2Accent1" refType="w" fact="0.0574"/>
                  <dgm:constr type="h" for="ch" forName="Child2Accent1" refType="h" fact="0.0763"/>
                  <dgm:constr type="l" for="ch" forName="Child2Accent2" refType="w" fact="0.3068"/>
                  <dgm:constr type="t" for="ch" forName="Child2Accent2" refType="h" fact="0.2781"/>
                  <dgm:constr type="w" for="ch" forName="Child2Accent2" refType="w" fact="0.0287"/>
                  <dgm:constr type="h" for="ch" forName="Child2Accent2" refType="h" fact="0.0381"/>
                  <dgm:constr type="l" for="ch" forName="Child2Accent3" refType="w" fact="0.2455"/>
                  <dgm:constr type="t" for="ch" forName="Child2Accent3" refType="h" fact="0.2781"/>
                  <dgm:constr type="w" for="ch" forName="Child2Accent3" refType="w" fact="0.0287"/>
                  <dgm:constr type="h" for="ch" forName="Child2Accent3" refType="h" fact="0.0381"/>
                  <dgm:constr type="l" for="ch" forName="Child2Accent4" refType="w" fact="0.1842"/>
                  <dgm:constr type="t" for="ch" forName="Child2Accent4" refType="h" fact="0.2781"/>
                  <dgm:constr type="w" for="ch" forName="Child2Accent4" refType="w" fact="0.0287"/>
                  <dgm:constr type="h" for="ch" forName="Child2Accent4" refType="h" fact="0.0381"/>
                  <dgm:constr type="l" for="ch" forName="Child2Accent5" refType="w" fact="0.1229"/>
                  <dgm:constr type="t" for="ch" forName="Child2Accent5" refType="h" fact="0.2781"/>
                  <dgm:constr type="w" for="ch" forName="Child2Accent5" refType="w" fact="0.0287"/>
                  <dgm:constr type="h" for="ch" forName="Child2Accent5" refType="h" fact="0.0381"/>
                  <dgm:constr type="l" for="ch" forName="Child3Accent1" refType="w" fact="0.284"/>
                  <dgm:constr type="t" for="ch" forName="Child3Accent1" refType="h" fact="0.5061"/>
                  <dgm:constr type="w" for="ch" forName="Child3Accent1" refType="w" fact="0.0574"/>
                  <dgm:constr type="h" for="ch" forName="Child3Accent1" refType="h" fact="0.0763"/>
                  <dgm:constr type="l" for="ch" forName="Child3Accent2" refType="w" fact="0.2272"/>
                  <dgm:constr type="t" for="ch" forName="Child3Accent2" refType="h" fact="0.5252"/>
                  <dgm:constr type="w" for="ch" forName="Child3Accent2" refType="w" fact="0.0287"/>
                  <dgm:constr type="h" for="ch" forName="Child3Accent2" refType="h" fact="0.0381"/>
                  <dgm:constr type="l" for="ch" forName="Child3Accent3" refType="w" fact="0.1705"/>
                  <dgm:constr type="t" for="ch" forName="Child3Accent3" refType="h" fact="0.5252"/>
                  <dgm:constr type="w" for="ch" forName="Child3Accent3" refType="w" fact="0.0287"/>
                  <dgm:constr type="h" for="ch" forName="Child3Accent3" refType="h" fact="0.0381"/>
                  <dgm:constr type="l" for="ch" forName="Child3Accent4" refType="w" fact="0.1137"/>
                  <dgm:constr type="t" for="ch" forName="Child3Accent4" refType="h" fact="0.5252"/>
                  <dgm:constr type="w" for="ch" forName="Child3Accent4" refType="w" fact="0.0287"/>
                  <dgm:constr type="h" for="ch" forName="Child3Accent4" refType="h" fact="0.0381"/>
                  <dgm:constr type="l" for="ch" forName="Child2Accent6" refType="w" fact="0.0615"/>
                  <dgm:constr type="t" for="ch" forName="Child2Accent6" refType="h" fact="0.2781"/>
                  <dgm:constr type="w" for="ch" forName="Child2Accent6" refType="w" fact="0.0287"/>
                  <dgm:constr type="h" for="ch" forName="Child2Accent6" refType="h" fact="0.0381"/>
                  <dgm:constr type="l" for="ch" forName="Child3Accent5" refType="w" fact="0.057"/>
                  <dgm:constr type="t" for="ch" forName="Child3Accent5" refType="h" fact="0.5252"/>
                  <dgm:constr type="w" for="ch" forName="Child3Accent5" refType="w" fact="0.0287"/>
                  <dgm:constr type="h" for="ch" forName="Child3Accent5" refType="h" fact="0.0381"/>
                  <dgm:constr type="l" for="ch" forName="Child2Accent7" refType="w" fact="0.0002"/>
                  <dgm:constr type="t" for="ch" forName="Child2Accent7" refType="h" fact="0.2781"/>
                  <dgm:constr type="w" for="ch" forName="Child2Accent7" refType="w" fact="0.0287"/>
                  <dgm:constr type="h" for="ch" forName="Child2Accent7" refType="h" fact="0.0381"/>
                  <dgm:constr type="l" for="ch" forName="Child3Accent6" refType="w" fact="0.0002"/>
                  <dgm:constr type="t" for="ch" forName="Child3Accent6" refType="h" fact="0.5252"/>
                  <dgm:constr type="w" for="ch" forName="Child3Accent6" refType="w" fact="0.0287"/>
                  <dgm:constr type="h" for="ch" forName="Child3Accent6" refType="h" fact="0.0381"/>
                  <dgm:constr type="l" for="ch" forName="Child3Accent7" refType="w" fact="0"/>
                  <dgm:constr type="t" for="ch" forName="Child3Accent7" refType="h" fact="0"/>
                  <dgm:constr type="w" for="ch" forName="Child3Accent7" refType="w" fact="0"/>
                  <dgm:constr type="h" for="ch" forName="Child3Accent7" refType="h" fact="0"/>
                  <dgm:constr type="l" for="ch" forName="Child4Accent1" refType="w" fact="0.3436"/>
                  <dgm:constr type="t" for="ch" forName="Child4Accent1" refType="h" fact="0.6908"/>
                  <dgm:constr type="w" for="ch" forName="Child4Accent1" refType="w" fact="0.0574"/>
                  <dgm:constr type="h" for="ch" forName="Child4Accent1" refType="h" fact="0.0763"/>
                  <dgm:constr type="l" for="ch" forName="Child4Accent2" refType="w" fact="0.3068"/>
                  <dgm:constr type="t" for="ch" forName="Child4Accent2" refType="h" fact="0.7684"/>
                  <dgm:constr type="w" for="ch" forName="Child4Accent2" refType="w" fact="0.0287"/>
                  <dgm:constr type="h" for="ch" forName="Child4Accent2" refType="h" fact="0.0381"/>
                  <dgm:constr type="l" for="ch" forName="Child4Accent3" refType="w" fact="0.2455"/>
                  <dgm:constr type="t" for="ch" forName="Child4Accent3" refType="h" fact="0.7684"/>
                  <dgm:constr type="w" for="ch" forName="Child4Accent3" refType="w" fact="0.0287"/>
                  <dgm:constr type="h" for="ch" forName="Child4Accent3" refType="h" fact="0.0381"/>
                  <dgm:constr type="l" for="ch" forName="Child4Accent4" refType="w" fact="0.1842"/>
                  <dgm:constr type="t" for="ch" forName="Child4Accent4" refType="h" fact="0.7684"/>
                  <dgm:constr type="w" for="ch" forName="Child4Accent4" refType="w" fact="0.0287"/>
                  <dgm:constr type="h" for="ch" forName="Child4Accent4" refType="h" fact="0.0381"/>
                  <dgm:constr type="l" for="ch" forName="Child4Accent5" refType="w" fact="0.1229"/>
                  <dgm:constr type="t" for="ch" forName="Child4Accent5" refType="h" fact="0.7684"/>
                  <dgm:constr type="w" for="ch" forName="Child4Accent5" refType="w" fact="0.0287"/>
                  <dgm:constr type="h" for="ch" forName="Child4Accent5" refType="h" fact="0.0381"/>
                  <dgm:constr type="l" for="ch" forName="Child4Accent6" refType="w" fact="0.0615"/>
                  <dgm:constr type="t" for="ch" forName="Child4Accent6" refType="h" fact="0.7684"/>
                  <dgm:constr type="w" for="ch" forName="Child4Accent6" refType="w" fact="0.0287"/>
                  <dgm:constr type="h" for="ch" forName="Child4Accent6" refType="h" fact="0.0381"/>
                  <dgm:constr type="l" for="ch" forName="Child4Accent7" refType="w" fact="0.0002"/>
                  <dgm:constr type="t" for="ch" forName="Child4Accent7" refType="h" fact="0.7684"/>
                  <dgm:constr type="w" for="ch" forName="Child4Accent7" refType="w" fact="0.0287"/>
                  <dgm:constr type="h" for="ch" forName="Child4Accent7" refType="h" fact="0.0381"/>
                  <dgm:constr type="l" for="ch" forName="Child4Accent8" refType="w" fact="0"/>
                  <dgm:constr type="t" for="ch" forName="Child4Accent8" refType="h" fact="0"/>
                  <dgm:constr type="w" for="ch" forName="Child4Accent8" refType="w" fact="0"/>
                  <dgm:constr type="h" for="ch" forName="Child4Accent8" refType="h" fact="0"/>
                  <dgm:constr type="l" for="ch" forName="ParentAccent1" refType="w" fact="0.9713"/>
                  <dgm:constr type="t" for="ch" forName="ParentAccent1" refType="h" fact="0.5252"/>
                  <dgm:constr type="w" for="ch" forName="ParentAccent1" refType="w" fact="0.0287"/>
                  <dgm:constr type="h" for="ch" forName="ParentAccent1" refType="h" fact="0.0381"/>
                  <dgm:constr type="l" for="ch" forName="ParentAccent2" refType="w" fact="0.9187"/>
                  <dgm:constr type="t" for="ch" forName="ParentAccent2" refType="h" fact="0.5252"/>
                  <dgm:constr type="w" for="ch" forName="ParentAccent2" refType="w" fact="0.0287"/>
                  <dgm:constr type="h" for="ch" forName="ParentAccent2" refType="h" fact="0.0381"/>
                  <dgm:constr type="l" for="ch" forName="ParentAccent3" refType="w" fact="0.8661"/>
                  <dgm:constr type="t" for="ch" forName="ParentAccent3" refType="h" fact="0.5252"/>
                  <dgm:constr type="w" for="ch" forName="ParentAccent3" refType="w" fact="0.0287"/>
                  <dgm:constr type="h" for="ch" forName="ParentAccent3" refType="h" fact="0.0381"/>
                  <dgm:constr type="l" for="ch" forName="ParentAccent4" refType="w" fact="0.8136"/>
                  <dgm:constr type="t" for="ch" forName="ParentAccent4" refType="h" fact="0.5252"/>
                  <dgm:constr type="w" for="ch" forName="ParentAccent4" refType="w" fact="0.0287"/>
                  <dgm:constr type="h" for="ch" forName="ParentAccent4" refType="h" fact="0.0381"/>
                  <dgm:constr type="l" for="ch" forName="ParentAccent5" refType="w" fact="0.761"/>
                  <dgm:constr type="t" for="ch" forName="ParentAccent5" refType="h" fact="0.5252"/>
                  <dgm:constr type="w" for="ch" forName="ParentAccent5" refType="w" fact="0.0287"/>
                  <dgm:constr type="h" for="ch" forName="ParentAccent5" refType="h" fact="0.0381"/>
                  <dgm:constr type="l" for="ch" forName="ParentAccent6" refType="w" fact="0.6797"/>
                  <dgm:constr type="t" for="ch" forName="ParentAccent6" refType="h" fact="0.5061"/>
                  <dgm:constr type="w" for="ch" forName="ParentAccent6" refType="w" fact="0.0574"/>
                  <dgm:constr type="h" for="ch" forName="ParentAccent6" refType="h" fact="0.0763"/>
                  <dgm:constr type="l" for="ch" forName="ParentAccent7" refType="w" fact="0.9245"/>
                  <dgm:constr type="t" for="ch" forName="ParentAccent7" refType="h" fact="0.4464"/>
                  <dgm:constr type="w" for="ch" forName="ParentAccent7" refType="w" fact="0.0287"/>
                  <dgm:constr type="h" for="ch" forName="ParentAccent7" refType="h" fact="0.0381"/>
                  <dgm:constr type="l" for="ch" forName="ParentAccent8" refType="w" fact="0.9245"/>
                  <dgm:constr type="t" for="ch" forName="ParentAccent8" refType="h" fact="0.6045"/>
                  <dgm:constr type="w" for="ch" forName="ParentAccent8" refType="w" fact="0.0287"/>
                  <dgm:constr type="h" for="ch" forName="ParentAccent8" refType="h" fact="0.0381"/>
                  <dgm:constr type="l" for="ch" forName="ParentAccent9" refType="w" fact="0.9501"/>
                  <dgm:constr type="t" for="ch" forName="ParentAccent9" refType="h" fact="0.4807"/>
                  <dgm:constr type="w" for="ch" forName="ParentAccent9" refType="w" fact="0.0287"/>
                  <dgm:constr type="h" for="ch" forName="ParentAccent9" refType="h" fact="0.0381"/>
                  <dgm:constr type="l" for="ch" forName="ParentAccent10" refType="w" fact="0.9518"/>
                  <dgm:constr type="t" for="ch" forName="ParentAccent10" refType="h" fact="0.5705"/>
                  <dgm:constr type="w" for="ch" forName="ParentAccent10" refType="w" fact="0.0287"/>
                  <dgm:constr type="h" for="ch" forName="ParentAccent10" refType="h" fact="0.0381"/>
                  <dgm:constr type="l" for="ch" forName="Child1Accent1" refType="w" fact="0.4819"/>
                  <dgm:constr type="t" for="ch" forName="Child1Accent1" refType="h" fact="0.2457"/>
                  <dgm:constr type="w" for="ch" forName="Child1Accent1" refType="w" fact="0.0574"/>
                  <dgm:constr type="h" for="ch" forName="Child1Accent1" refType="h" fact="0.0763"/>
                  <dgm:constr type="l" for="ch" forName="Child1Accent4" refType="w" fact="0.3653"/>
                  <dgm:constr type="t" for="ch" forName="Child1Accent4" refType="h" fact="0.097"/>
                  <dgm:constr type="w" for="ch" forName="Child1Accent4" refType="w" fact="0.0287"/>
                  <dgm:constr type="h" for="ch" forName="Child1Accent4" refType="h" fact="0.0381"/>
                  <dgm:constr type="l" for="ch" forName="Child1Accent5" refType="w" fact="0.304"/>
                  <dgm:constr type="t" for="ch" forName="Child1Accent5" refType="h" fact="0.097"/>
                  <dgm:constr type="w" for="ch" forName="Child1Accent5" refType="w" fact="0.0287"/>
                  <dgm:constr type="h" for="ch" forName="Child1Accent5" refType="h" fact="0.0381"/>
                  <dgm:constr type="l" for="ch" forName="Child1Accent6" refType="w" fact="0.2426"/>
                  <dgm:constr type="t" for="ch" forName="Child1Accent6" refType="h" fact="0.097"/>
                  <dgm:constr type="w" for="ch" forName="Child1Accent6" refType="w" fact="0.0287"/>
                  <dgm:constr type="h" for="ch" forName="Child1Accent6" refType="h" fact="0.0381"/>
                  <dgm:constr type="l" for="ch" forName="Child1Accent7" refType="w" fact="0.1813"/>
                  <dgm:constr type="t" for="ch" forName="Child1Accent7" refType="h" fact="0.097"/>
                  <dgm:constr type="w" for="ch" forName="Child1Accent7" refType="w" fact="0.0287"/>
                  <dgm:constr type="h" for="ch" forName="Child1Accent7" refType="h" fact="0.0381"/>
                  <dgm:constr type="l" for="ch" forName="Child1Accent8" refType="w" fact="0.12"/>
                  <dgm:constr type="t" for="ch" forName="Child1Accent8" refType="h" fact="0.097"/>
                  <dgm:constr type="w" for="ch" forName="Child1Accent8" refType="w" fact="0.0287"/>
                  <dgm:constr type="h" for="ch" forName="Child1Accent8" refType="h" fact="0.0381"/>
                  <dgm:constr type="l" for="ch" forName="Child1Accent9" refType="w" fact="0.0587"/>
                  <dgm:constr type="t" for="ch" forName="Child1Accent9" refType="h" fact="0.097"/>
                  <dgm:constr type="w" for="ch" forName="Child1Accent9" refType="w" fact="0.0287"/>
                  <dgm:constr type="h" for="ch" forName="Child1Accent9" refType="h" fact="0.0381"/>
                  <dgm:constr type="l" for="ch" forName="Child5Accent1" refType="w" fact="0.4819"/>
                  <dgm:constr type="t" for="ch" forName="Child5Accent1" refType="h" fact="0.7601"/>
                  <dgm:constr type="w" for="ch" forName="Child5Accent1" refType="w" fact="0.0574"/>
                  <dgm:constr type="h" for="ch" forName="Child5Accent1" refType="h" fact="0.0763"/>
                  <dgm:constr type="l" for="ch" forName="Child5Accent4" refType="w" fact="0.3653"/>
                  <dgm:constr type="t" for="ch" forName="Child5Accent4" refType="h" fact="0.9619"/>
                  <dgm:constr type="w" for="ch" forName="Child5Accent4" refType="w" fact="0.0287"/>
                  <dgm:constr type="h" for="ch" forName="Child5Accent4" refType="h" fact="0.0381"/>
                  <dgm:constr type="l" for="ch" forName="Child5Accent5" refType="w" fact="0.304"/>
                  <dgm:constr type="t" for="ch" forName="Child5Accent5" refType="h" fact="0.9619"/>
                  <dgm:constr type="w" for="ch" forName="Child5Accent5" refType="w" fact="0.0287"/>
                  <dgm:constr type="h" for="ch" forName="Child5Accent5" refType="h" fact="0.0381"/>
                  <dgm:constr type="l" for="ch" forName="Child5Accent6" refType="w" fact="0.2426"/>
                  <dgm:constr type="t" for="ch" forName="Child5Accent6" refType="h" fact="0.9619"/>
                  <dgm:constr type="w" for="ch" forName="Child5Accent6" refType="w" fact="0.0287"/>
                  <dgm:constr type="h" for="ch" forName="Child5Accent6" refType="h" fact="0.0381"/>
                  <dgm:constr type="l" for="ch" forName="Child5Accent7" refType="w" fact="0.1813"/>
                  <dgm:constr type="t" for="ch" forName="Child5Accent7" refType="h" fact="0.9619"/>
                  <dgm:constr type="w" for="ch" forName="Child5Accent7" refType="w" fact="0.0287"/>
                  <dgm:constr type="h" for="ch" forName="Child5Accent7" refType="h" fact="0.0381"/>
                  <dgm:constr type="l" for="ch" forName="Child5Accent8" refType="w" fact="0.12"/>
                  <dgm:constr type="t" for="ch" forName="Child5Accent8" refType="h" fact="0.9619"/>
                  <dgm:constr type="w" for="ch" forName="Child5Accent8" refType="w" fact="0.0287"/>
                  <dgm:constr type="h" for="ch" forName="Child5Accent8" refType="h" fact="0.0381"/>
                  <dgm:constr type="l" for="ch" forName="Child5Accent9" refType="w" fact="0.0587"/>
                  <dgm:constr type="t" for="ch" forName="Child5Accent9" refType="h" fact="0.9619"/>
                  <dgm:constr type="w" for="ch" forName="Child5Accent9" refType="w" fact="0.0287"/>
                  <dgm:constr type="h" for="ch" forName="Child5Accent9" refType="h" fact="0.0381"/>
                  <dgm:constr type="l" for="ch" forName="Child5Accent2" refType="w" fact="0.453"/>
                  <dgm:constr type="t" for="ch" forName="Child5Accent2" refType="h" fact="0.8375"/>
                  <dgm:constr type="w" for="ch" forName="Child5Accent2" refType="w" fact="0.0287"/>
                  <dgm:constr type="h" for="ch" forName="Child5Accent2" refType="h" fact="0.0381"/>
                  <dgm:constr type="l" for="ch" forName="Child5Accent3" refType="w" fact="0.4118"/>
                  <dgm:constr type="t" for="ch" forName="Child5Accent3" refType="h" fact="0.8991"/>
                  <dgm:constr type="w" for="ch" forName="Child5Accent3" refType="w" fact="0.0287"/>
                  <dgm:constr type="h" for="ch" forName="Child5Accent3" refType="h" fact="0.0381"/>
                  <dgm:constr type="l" for="ch" forName="Child1Accent2" refType="w" fact="0.4458"/>
                  <dgm:constr type="t" for="ch" forName="Child1Accent2" refType="h" fact="0.2004"/>
                  <dgm:constr type="w" for="ch" forName="Child1Accent2" refType="w" fact="0.0287"/>
                  <dgm:constr type="h" for="ch" forName="Child1Accent2" refType="h" fact="0.0381"/>
                  <dgm:constr type="l" for="ch" forName="Child1Accent3" refType="w" fact="0.4054"/>
                  <dgm:constr type="t" for="ch" forName="Child1Accent3" refType="h" fact="0.1445"/>
                  <dgm:constr type="w" for="ch" forName="Child1Accent3" refType="w" fact="0.0287"/>
                  <dgm:constr type="h" for="ch" forName="Child1Accent3" refType="h" fact="0.0381"/>
                  <dgm:constr type="l" for="ch" forName="Child5" refType="w" fact="0.0581"/>
                  <dgm:constr type="t" for="ch" forName="Child5" refType="h" fact="0.8635"/>
                  <dgm:constr type="w" for="ch" forName="Child5" refType="w" fact="0.3364"/>
                  <dgm:constr type="h" for="ch" forName="Child5" refType="h" fact="0.0981"/>
                  <dgm:constr type="l" for="ch" forName="Child4" refType="w" fact="0"/>
                  <dgm:constr type="t" for="ch" forName="Child4" refType="h" fact="0.6701"/>
                  <dgm:constr type="w" for="ch" forName="Child4" refType="w" fact="0.3364"/>
                  <dgm:constr type="h" for="ch" forName="Child4" refType="h" fact="0.0981"/>
                  <dgm:constr type="l" for="ch" forName="Child3" refType="w" fact="0"/>
                  <dgm:constr type="t" for="ch" forName="Child3" refType="h" fact="0.4276"/>
                  <dgm:constr type="w" for="ch" forName="Child3" refType="w" fact="0.2544"/>
                  <dgm:constr type="h" for="ch" forName="Child3" refType="h" fact="0.0981"/>
                  <dgm:constr type="l" for="ch" forName="Child2" refType="w" fact="0"/>
                  <dgm:constr type="t" for="ch" forName="Child2" refType="h" fact="0.1798"/>
                  <dgm:constr type="w" for="ch" forName="Child2" refType="w" fact="0.3364"/>
                  <dgm:constr type="h" for="ch" forName="Child2" refType="h" fact="0.0981"/>
                  <dgm:constr type="l" for="ch" forName="Child1" refType="w" fact="0.0581"/>
                  <dgm:constr type="t" for="ch" forName="Child1" refType="h" fact="0"/>
                  <dgm:constr type="w" for="ch" forName="Child1" refType="w" fact="0.3364"/>
                  <dgm:constr type="h" for="ch" forName="Child1" refType="h" fact="0.0981"/>
                  <dgm:constr type="l" for="ch" forName="Parent" refType="w" fact="0.3653"/>
                  <dgm:constr type="t" for="ch" forName="Parent" refType="h" fact="0.3513"/>
                  <dgm:constr type="w" for="ch" forName="Parent" refType="w" fact="0.2906"/>
                  <dgm:constr type="h" for="ch" forName="Parent" refType="h" fact="0.3859"/>
                </dgm:constrLst>
              </dgm:else>
            </dgm:choose>
          </dgm:if>
          <dgm:else name="Name13">
            <dgm:choose name="Name14">
              <dgm:if name="Name15" axis="ch" ptType="node" func="cnt" op="equ" val="0">
                <dgm:alg type="composite">
                  <dgm:param type="ar" val="2.1059"/>
                </dgm:alg>
                <dgm:constrLst>
                  <dgm:constr type="r" for="ch" forName="Parent" refType="w"/>
                  <dgm:constr type="t" for="ch" forName="Parent" refType="h" fact="0"/>
                  <dgm:constr type="w" for="ch" forName="Parent" refType="w" fact="0.4749"/>
                  <dgm:constr type="h" for="ch" forName="Parent" refType="h"/>
                  <dgm:constr type="r" for="ch" forName="ParentAccent1" refType="w" fact="0.0469"/>
                  <dgm:constr type="t" for="ch" forName="ParentAccent1" refType="h" fact="0.4506"/>
                  <dgm:constr type="w" for="ch" forName="ParentAccent1" refType="w" fact="0.0469"/>
                  <dgm:constr type="h" for="ch" forName="ParentAccent1" refType="h" fact="0.0988"/>
                  <dgm:constr type="r" for="ch" forName="ParentAccent2" refType="w" fact="0.1266"/>
                  <dgm:constr type="t" for="ch" forName="ParentAccent2" refType="h" fact="0.4506"/>
                  <dgm:constr type="w" for="ch" forName="ParentAccent2" refType="w" fact="0.0469"/>
                  <dgm:constr type="h" for="ch" forName="ParentAccent2" refType="h" fact="0.0988"/>
                  <dgm:constr type="r" for="ch" forName="ParentAccent3" refType="w" fact="0.2063"/>
                  <dgm:constr type="t" for="ch" forName="ParentAccent3" refType="h" fact="0.4506"/>
                  <dgm:constr type="w" for="ch" forName="ParentAccent3" refType="w" fact="0.0469"/>
                  <dgm:constr type="h" for="ch" forName="ParentAccent3" refType="h" fact="0.0988"/>
                  <dgm:constr type="r" for="ch" forName="ParentAccent4" refType="w" fact="0.286"/>
                  <dgm:constr type="t" for="ch" forName="ParentAccent4" refType="h" fact="0.4506"/>
                  <dgm:constr type="w" for="ch" forName="ParentAccent4" refType="w" fact="0.0469"/>
                  <dgm:constr type="h" for="ch" forName="ParentAccent4" refType="h" fact="0.0988"/>
                  <dgm:constr type="r" for="ch" forName="ParentAccent5" refType="w" fact="0.3657"/>
                  <dgm:constr type="t" for="ch" forName="ParentAccent5" refType="h" fact="0.4506"/>
                  <dgm:constr type="w" for="ch" forName="ParentAccent5" refType="w" fact="0.0469"/>
                  <dgm:constr type="h" for="ch" forName="ParentAccent5" refType="h" fact="0.0988"/>
                  <dgm:constr type="r" for="ch" forName="ParentAccent6" refType="w" fact="0.4924"/>
                  <dgm:constr type="t" for="ch" forName="ParentAccent6" refType="h" fact="0.4012"/>
                  <dgm:constr type="w" for="ch" forName="ParentAccent6" refType="w" fact="0.0939"/>
                  <dgm:constr type="h" for="ch" forName="ParentAccent6" refType="h" fact="0.1976"/>
                  <dgm:constr type="r" for="ch" forName="ParentAccent7" refType="w" fact="0.1234"/>
                  <dgm:constr type="t" for="ch" forName="ParentAccent7" refType="h" fact="0.2465"/>
                  <dgm:constr type="w" for="ch" forName="ParentAccent7" refType="w" fact="0.0469"/>
                  <dgm:constr type="h" for="ch" forName="ParentAccent7" refType="h" fact="0.0988"/>
                  <dgm:constr type="r" for="ch" forName="ParentAccent8" refType="w" fact="0.1234"/>
                  <dgm:constr type="t" for="ch" forName="ParentAccent8" refType="h" fact="0.6562"/>
                  <dgm:constr type="w" for="ch" forName="ParentAccent8" refType="w" fact="0.0469"/>
                  <dgm:constr type="h" for="ch" forName="ParentAccent8" refType="h" fact="0.0988"/>
                  <dgm:constr type="r" for="ch" forName="ParentAccent9" refType="w" fact="0.0815"/>
                  <dgm:constr type="t" for="ch" forName="ParentAccent9" refType="h" fact="0.3353"/>
                  <dgm:constr type="w" for="ch" forName="ParentAccent9" refType="w" fact="0.0469"/>
                  <dgm:constr type="h" for="ch" forName="ParentAccent9" refType="h" fact="0.0988"/>
                  <dgm:constr type="r" for="ch" forName="ParentAccent10" refType="w" fact="0.0787"/>
                  <dgm:constr type="t" for="ch" forName="ParentAccent10" refType="h" fact="0.5679"/>
                  <dgm:constr type="w" for="ch" forName="ParentAccent10" refType="w" fact="0.0469"/>
                  <dgm:constr type="h" for="ch" forName="ParentAccent10" refType="h" fact="0.0988"/>
                </dgm:constrLst>
              </dgm:if>
              <dgm:if name="Name16" axis="ch" ptType="node" func="cnt" op="equ" val="1">
                <dgm:alg type="composite">
                  <dgm:param type="ar" val="3.4411"/>
                </dgm:alg>
                <dgm:constrLst>
                  <dgm:constr type="primFontSz" for="des" forName="Child1" val="65"/>
                  <dgm:constr type="primFontSz" for="des" forName="Child1" refType="primFontSz" refFor="des" refForName="Parent" op="lte"/>
                  <dgm:constr type="r" for="ch" forName="Child1Accent1" refType="w" fact="0.716"/>
                  <dgm:constr type="t" for="ch" forName="Child1Accent1" refType="h" fact="0.4012"/>
                  <dgm:constr type="w" for="ch" forName="Child1Accent1" refType="w" fact="0.0574"/>
                  <dgm:constr type="h" for="ch" forName="Child1Accent1" refType="h" fact="0.1976"/>
                  <dgm:constr type="r" for="ch" forName="Child1Accent2" refType="w" fact="0.7728"/>
                  <dgm:constr type="t" for="ch" forName="Child1Accent2" refType="h" fact="0.4506"/>
                  <dgm:constr type="w" for="ch" forName="Child1Accent2" refType="w" fact="0.0287"/>
                  <dgm:constr type="h" for="ch" forName="Child1Accent2" refType="h" fact="0.0988"/>
                  <dgm:constr type="r" for="ch" forName="Child1Accent3" refType="w" fact="0.8295"/>
                  <dgm:constr type="t" for="ch" forName="Child1Accent3" refType="h" fact="0.4506"/>
                  <dgm:constr type="w" for="ch" forName="Child1Accent3" refType="w" fact="0.0287"/>
                  <dgm:constr type="h" for="ch" forName="Child1Accent3" refType="h" fact="0.0988"/>
                  <dgm:constr type="r" for="ch" forName="Child1Accent4" refType="w" fact="0.8863"/>
                  <dgm:constr type="t" for="ch" forName="Child1Accent4" refType="h" fact="0.4506"/>
                  <dgm:constr type="w" for="ch" forName="Child1Accent4" refType="w" fact="0.0287"/>
                  <dgm:constr type="h" for="ch" forName="Child1Accent4" refType="h" fact="0.0988"/>
                  <dgm:constr type="r" for="ch" forName="Child1Accent5" refType="w" fact="0.943"/>
                  <dgm:constr type="t" for="ch" forName="Child1Accent5" refType="h" fact="0.4506"/>
                  <dgm:constr type="w" for="ch" forName="Child1Accent5" refType="w" fact="0.0287"/>
                  <dgm:constr type="h" for="ch" forName="Child1Accent5" refType="h" fact="0.0988"/>
                  <dgm:constr type="r" for="ch" forName="Child1Accent6" refType="w" fact="0.9998"/>
                  <dgm:constr type="t" for="ch" forName="Child1Accent6" refType="h" fact="0.4506"/>
                  <dgm:constr type="w" for="ch" forName="Child1Accent6" refType="w" fact="0.0287"/>
                  <dgm:constr type="h" for="ch" forName="Child1Accent6" refType="h" fact="0.0988"/>
                  <dgm:constr type="l" for="ch" forName="Child1Accent7" refType="w" fact="0"/>
                  <dgm:constr type="t" for="ch" forName="Child1Accent7" refType="h" fact="0"/>
                  <dgm:constr type="w" for="ch" forName="Child1Accent7" refType="w" fact="0"/>
                  <dgm:constr type="h" for="ch" forName="Child1Accent7" refType="h" fact="0"/>
                  <dgm:constr type="l" for="ch" forName="Child1Accent8" refType="w" fact="0"/>
                  <dgm:constr type="t" for="ch" forName="Child1Accent8" refType="h" fact="0"/>
                  <dgm:constr type="w" for="ch" forName="Child1Accent8" refType="w" fact="0"/>
                  <dgm:constr type="h" for="ch" forName="Child1Accent8" refType="h" fact="0"/>
                  <dgm:constr type="l" for="ch" forName="Child1Accent9" refType="w" fact="0"/>
                  <dgm:constr type="t" for="ch" forName="Child1Accent9" refType="h" fact="0"/>
                  <dgm:constr type="w" for="ch" forName="Child1Accent9" refType="w" fact="0"/>
                  <dgm:constr type="h" for="ch" forName="Child1Accent9" refType="h" fact="0"/>
                  <dgm:constr type="r" for="ch" forName="ParentAccent1" refType="w" fact="0.0287"/>
                  <dgm:constr type="t" for="ch" forName="ParentAccent1" refType="h" fact="0.4506"/>
                  <dgm:constr type="w" for="ch" forName="ParentAccent1" refType="w" fact="0.0287"/>
                  <dgm:constr type="h" for="ch" forName="ParentAccent1" refType="h" fact="0.0988"/>
                  <dgm:constr type="r" for="ch" forName="ParentAccent2" refType="w" fact="0.0813"/>
                  <dgm:constr type="t" for="ch" forName="ParentAccent2" refType="h" fact="0.4506"/>
                  <dgm:constr type="w" for="ch" forName="ParentAccent2" refType="w" fact="0.0287"/>
                  <dgm:constr type="h" for="ch" forName="ParentAccent2" refType="h" fact="0.0988"/>
                  <dgm:constr type="r" for="ch" forName="ParentAccent3" refType="w" fact="0.1339"/>
                  <dgm:constr type="t" for="ch" forName="ParentAccent3" refType="h" fact="0.4506"/>
                  <dgm:constr type="w" for="ch" forName="ParentAccent3" refType="w" fact="0.0287"/>
                  <dgm:constr type="h" for="ch" forName="ParentAccent3" refType="h" fact="0.0988"/>
                  <dgm:constr type="r" for="ch" forName="ParentAccent4" refType="w" fact="0.1864"/>
                  <dgm:constr type="t" for="ch" forName="ParentAccent4" refType="h" fact="0.4506"/>
                  <dgm:constr type="w" for="ch" forName="ParentAccent4" refType="w" fact="0.0287"/>
                  <dgm:constr type="h" for="ch" forName="ParentAccent4" refType="h" fact="0.0988"/>
                  <dgm:constr type="r" for="ch" forName="ParentAccent5" refType="w" fact="0.239"/>
                  <dgm:constr type="t" for="ch" forName="ParentAccent5" refType="h" fact="0.4506"/>
                  <dgm:constr type="w" for="ch" forName="ParentAccent5" refType="w" fact="0.0287"/>
                  <dgm:constr type="h" for="ch" forName="ParentAccent5" refType="h" fact="0.0988"/>
                  <dgm:constr type="r" for="ch" forName="ParentAccent6" refType="w" fact="0.3203"/>
                  <dgm:constr type="t" for="ch" forName="ParentAccent6" refType="h" fact="0.4012"/>
                  <dgm:constr type="w" for="ch" forName="ParentAccent6" refType="w" fact="0.0574"/>
                  <dgm:constr type="h" for="ch" forName="ParentAccent6" refType="h" fact="0.1976"/>
                  <dgm:constr type="r" for="ch" forName="ParentAccent7" refType="w" fact="0.0755"/>
                  <dgm:constr type="t" for="ch" forName="ParentAccent7" refType="h" fact="0.2465"/>
                  <dgm:constr type="w" for="ch" forName="ParentAccent7" refType="w" fact="0.0287"/>
                  <dgm:constr type="h" for="ch" forName="ParentAccent7" refType="h" fact="0.0988"/>
                  <dgm:constr type="r" for="ch" forName="ParentAccent8" refType="w" fact="0.0755"/>
                  <dgm:constr type="t" for="ch" forName="ParentAccent8" refType="h" fact="0.6562"/>
                  <dgm:constr type="w" for="ch" forName="ParentAccent8" refType="w" fact="0.0287"/>
                  <dgm:constr type="h" for="ch" forName="ParentAccent8" refType="h" fact="0.0988"/>
                  <dgm:constr type="r" for="ch" forName="ParentAccent9" refType="w" fact="0.0499"/>
                  <dgm:constr type="t" for="ch" forName="ParentAccent9" refType="h" fact="0.3353"/>
                  <dgm:constr type="w" for="ch" forName="ParentAccent9" refType="w" fact="0.0287"/>
                  <dgm:constr type="h" for="ch" forName="ParentAccent9" refType="h" fact="0.0988"/>
                  <dgm:constr type="r" for="ch" forName="ParentAccent10" refType="w" fact="0.0482"/>
                  <dgm:constr type="t" for="ch" forName="ParentAccent10" refType="h" fact="0.5679"/>
                  <dgm:constr type="w" for="ch" forName="ParentAccent10" refType="w" fact="0.0287"/>
                  <dgm:constr type="h" for="ch" forName="ParentAccent10" refType="h" fact="0.0988"/>
                  <dgm:constr type="r" for="ch" forName="Child1" refType="w"/>
                  <dgm:constr type="t" for="ch" forName="Child1" refType="h" fact="0.1978"/>
                  <dgm:constr type="w" for="ch" forName="Child1" refType="w" fact="0.2544"/>
                  <dgm:constr type="h" for="ch" forName="Child1" refType="h" fact="0.2541"/>
                  <dgm:constr type="r" for="ch" forName="Parent" refType="w" fact="0.6347"/>
                  <dgm:constr type="t" for="ch" forName="Parent" refType="h" fact="0"/>
                  <dgm:constr type="w" for="ch" forName="Parent" refType="w" fact="0.2906"/>
                  <dgm:constr type="h" for="ch" forName="Parent" refType="h"/>
                </dgm:constrLst>
              </dgm:if>
              <dgm:if name="Name17" axis="ch" ptType="node" func="cnt" op="equ" val="2">
                <dgm:alg type="composite">
                  <dgm:param type="ar" val="2.1185"/>
                </dgm:alg>
                <dgm:constrLst>
                  <dgm:constr type="primFontSz" for="des" forName="Child1" val="65"/>
                  <dgm:constr type="primFontSz" for="des" forName="Child1" refType="primFontSz" refFor="des" refForName="Parent" op="lte"/>
                  <dgm:constr type="primFontSz" for="des" forName="Child2" refType="primFontSz" refFor="des" refForName="Parent" op="lte"/>
                  <dgm:constr type="primFontSz" for="des" forName="Child2" refType="primFontSz" refFor="des" refForName="Child1" op="equ"/>
                  <dgm:constr type="r" for="ch" forName="Child1Accent1" refType="w" fact="0.6564"/>
                  <dgm:constr type="t" for="ch" forName="Child1Accent1" refType="h" fact="0.2211"/>
                  <dgm:constr type="w" for="ch" forName="Child1Accent1" refType="w" fact="0.0574"/>
                  <dgm:constr type="h" for="ch" forName="Child1Accent1" refType="h" fact="0.1217"/>
                  <dgm:constr type="r" for="ch" forName="Child1Accent2" refType="w" fact="0.6932"/>
                  <dgm:constr type="t" for="ch" forName="Child1Accent2" refType="h" fact="0.1569"/>
                  <dgm:constr type="w" for="ch" forName="Child1Accent2" refType="w" fact="0.0287"/>
                  <dgm:constr type="h" for="ch" forName="Child1Accent2" refType="h" fact="0.0608"/>
                  <dgm:constr type="r" for="ch" forName="Child1Accent3" refType="w" fact="0.7545"/>
                  <dgm:constr type="t" for="ch" forName="Child1Accent3" refType="h" fact="0.1569"/>
                  <dgm:constr type="w" for="ch" forName="Child1Accent3" refType="w" fact="0.0287"/>
                  <dgm:constr type="h" for="ch" forName="Child1Accent3" refType="h" fact="0.0608"/>
                  <dgm:constr type="r" for="ch" forName="Child1Accent4" refType="w" fact="0.8158"/>
                  <dgm:constr type="t" for="ch" forName="Child1Accent4" refType="h" fact="0.1569"/>
                  <dgm:constr type="w" for="ch" forName="Child1Accent4" refType="w" fact="0.0287"/>
                  <dgm:constr type="h" for="ch" forName="Child1Accent4" refType="h" fact="0.0608"/>
                  <dgm:constr type="r" for="ch" forName="Child1Accent5" refType="w" fact="0.8771"/>
                  <dgm:constr type="t" for="ch" forName="Child1Accent5" refType="h" fact="0.1569"/>
                  <dgm:constr type="w" for="ch" forName="Child1Accent5" refType="w" fact="0.0287"/>
                  <dgm:constr type="h" for="ch" forName="Child1Accent5" refType="h" fact="0.0608"/>
                  <dgm:constr type="r" for="ch" forName="Child1Accent6" refType="w" fact="0.9385"/>
                  <dgm:constr type="t" for="ch" forName="Child1Accent6" refType="h" fact="0.1569"/>
                  <dgm:constr type="w" for="ch" forName="Child1Accent6" refType="w" fact="0.0287"/>
                  <dgm:constr type="h" for="ch" forName="Child1Accent6" refType="h" fact="0.0608"/>
                  <dgm:constr type="r" for="ch" forName="Child1Accent7" refType="w" fact="0.9998"/>
                  <dgm:constr type="t" for="ch" forName="Child1Accent7" refType="h" fact="0.1569"/>
                  <dgm:constr type="w" for="ch" forName="Child1Accent7" refType="w" fact="0.0287"/>
                  <dgm:constr type="h" for="ch" forName="Child1Accent7" refType="h" fact="0.0608"/>
                  <dgm:constr type="l" for="ch" forName="Child1Accent8" refType="w" fact="0"/>
                  <dgm:constr type="t" for="ch" forName="Child1Accent8" refType="h" fact="0"/>
                  <dgm:constr type="w" for="ch" forName="Child1Accent8" refType="w" fact="0"/>
                  <dgm:constr type="h" for="ch" forName="Child1Accent8" refType="h" fact="0"/>
                  <dgm:constr type="l" for="ch" forName="Child1Accent9" refType="w" fact="0"/>
                  <dgm:constr type="t" for="ch" forName="Child1Accent9" refType="h" fact="0"/>
                  <dgm:constr type="w" for="ch" forName="Child1Accent9" refType="w" fact="0"/>
                  <dgm:constr type="h" for="ch" forName="Child1Accent9" refType="h" fact="0"/>
                  <dgm:constr type="r" for="ch" forName="Child2Accent1" refType="w" fact="0.6564"/>
                  <dgm:constr type="t" for="ch" forName="Child2Accent1" refType="h" fact="0.8153"/>
                  <dgm:constr type="w" for="ch" forName="Child2Accent1" refType="w" fact="0.0574"/>
                  <dgm:constr type="h" for="ch" forName="Child2Accent1" refType="h" fact="0.1217"/>
                  <dgm:constr type="r" for="ch" forName="Child2Accent2" refType="w" fact="0.6932"/>
                  <dgm:constr type="t" for="ch" forName="Child2Accent2" refType="h" fact="0.9392"/>
                  <dgm:constr type="w" for="ch" forName="Child2Accent2" refType="w" fact="0.0287"/>
                  <dgm:constr type="h" for="ch" forName="Child2Accent2" refType="h" fact="0.0608"/>
                  <dgm:constr type="r" for="ch" forName="Child2Accent3" refType="w" fact="0.7545"/>
                  <dgm:constr type="t" for="ch" forName="Child2Accent3" refType="h" fact="0.9392"/>
                  <dgm:constr type="w" for="ch" forName="Child2Accent3" refType="w" fact="0.0287"/>
                  <dgm:constr type="h" for="ch" forName="Child2Accent3" refType="h" fact="0.0608"/>
                  <dgm:constr type="r" for="ch" forName="Child2Accent4" refType="w" fact="0.8158"/>
                  <dgm:constr type="t" for="ch" forName="Child2Accent4" refType="h" fact="0.9392"/>
                  <dgm:constr type="w" for="ch" forName="Child2Accent4" refType="w" fact="0.0287"/>
                  <dgm:constr type="h" for="ch" forName="Child2Accent4" refType="h" fact="0.0608"/>
                  <dgm:constr type="r" for="ch" forName="Child2Accent5" refType="w" fact="0.8771"/>
                  <dgm:constr type="t" for="ch" forName="Child2Accent5" refType="h" fact="0.9392"/>
                  <dgm:constr type="w" for="ch" forName="Child2Accent5" refType="w" fact="0.0287"/>
                  <dgm:constr type="h" for="ch" forName="Child2Accent5" refType="h" fact="0.0608"/>
                  <dgm:constr type="r" for="ch" forName="Child2Accent6" refType="w" fact="0.9385"/>
                  <dgm:constr type="t" for="ch" forName="Child2Accent6" refType="h" fact="0.9392"/>
                  <dgm:constr type="w" for="ch" forName="Child2Accent6" refType="w" fact="0.0287"/>
                  <dgm:constr type="h" for="ch" forName="Child2Accent6" refType="h" fact="0.0608"/>
                  <dgm:constr type="r" for="ch" forName="Child2Accent7" refType="w" fact="0.9998"/>
                  <dgm:constr type="t" for="ch" forName="Child2Accent7" refType="h" fact="0.9392"/>
                  <dgm:constr type="w" for="ch" forName="Child2Accent7" refType="w" fact="0.0287"/>
                  <dgm:constr type="h" for="ch" forName="Child2Accent7" refType="h" fact="0.0608"/>
                  <dgm:constr type="r" for="ch" forName="ParentAccent1" refType="w" fact="0.0287"/>
                  <dgm:constr type="t" for="ch" forName="ParentAccent1" refType="h" fact="0.5511"/>
                  <dgm:constr type="w" for="ch" forName="ParentAccent1" refType="w" fact="0.0287"/>
                  <dgm:constr type="h" for="ch" forName="ParentAccent1" refType="h" fact="0.0608"/>
                  <dgm:constr type="r" for="ch" forName="ParentAccent2" refType="w" fact="0.0813"/>
                  <dgm:constr type="t" for="ch" forName="ParentAccent2" refType="h" fact="0.5511"/>
                  <dgm:constr type="w" for="ch" forName="ParentAccent2" refType="w" fact="0.0287"/>
                  <dgm:constr type="h" for="ch" forName="ParentAccent2" refType="h" fact="0.0608"/>
                  <dgm:constr type="r" for="ch" forName="ParentAccent3" refType="w" fact="0.1339"/>
                  <dgm:constr type="t" for="ch" forName="ParentAccent3" refType="h" fact="0.5511"/>
                  <dgm:constr type="w" for="ch" forName="ParentAccent3" refType="w" fact="0.0287"/>
                  <dgm:constr type="h" for="ch" forName="ParentAccent3" refType="h" fact="0.0608"/>
                  <dgm:constr type="r" for="ch" forName="ParentAccent4" refType="w" fact="0.1864"/>
                  <dgm:constr type="t" for="ch" forName="ParentAccent4" refType="h" fact="0.5511"/>
                  <dgm:constr type="w" for="ch" forName="ParentAccent4" refType="w" fact="0.0287"/>
                  <dgm:constr type="h" for="ch" forName="ParentAccent4" refType="h" fact="0.0608"/>
                  <dgm:constr type="r" for="ch" forName="ParentAccent5" refType="w" fact="0.239"/>
                  <dgm:constr type="t" for="ch" forName="ParentAccent5" refType="h" fact="0.5511"/>
                  <dgm:constr type="w" for="ch" forName="ParentAccent5" refType="w" fact="0.0287"/>
                  <dgm:constr type="h" for="ch" forName="ParentAccent5" refType="h" fact="0.0608"/>
                  <dgm:constr type="r" for="ch" forName="ParentAccent6" refType="w" fact="0.3203"/>
                  <dgm:constr type="t" for="ch" forName="ParentAccent6" refType="h" fact="0.5207"/>
                  <dgm:constr type="w" for="ch" forName="ParentAccent6" refType="w" fact="0.0574"/>
                  <dgm:constr type="h" for="ch" forName="ParentAccent6" refType="h" fact="0.1217"/>
                  <dgm:constr type="r" for="ch" forName="ParentAccent7" refType="w" fact="0.0755"/>
                  <dgm:constr type="t" for="ch" forName="ParentAccent7" refType="h" fact="0.4255"/>
                  <dgm:constr type="w" for="ch" forName="ParentAccent7" refType="w" fact="0.0287"/>
                  <dgm:constr type="h" for="ch" forName="ParentAccent7" refType="h" fact="0.0608"/>
                  <dgm:constr type="r" for="ch" forName="ParentAccent8" refType="w" fact="0.0755"/>
                  <dgm:constr type="t" for="ch" forName="ParentAccent8" refType="h" fact="0.6776"/>
                  <dgm:constr type="w" for="ch" forName="ParentAccent8" refType="w" fact="0.0287"/>
                  <dgm:constr type="h" for="ch" forName="ParentAccent8" refType="h" fact="0.0608"/>
                  <dgm:constr type="r" for="ch" forName="ParentAccent9" refType="w" fact="0.0499"/>
                  <dgm:constr type="t" for="ch" forName="ParentAccent9" refType="h" fact="0.4801"/>
                  <dgm:constr type="w" for="ch" forName="ParentAccent9" refType="w" fact="0.0287"/>
                  <dgm:constr type="h" for="ch" forName="ParentAccent9" refType="h" fact="0.0608"/>
                  <dgm:constr type="r" for="ch" forName="ParentAccent10" refType="w" fact="0.0482"/>
                  <dgm:constr type="t" for="ch" forName="ParentAccent10" refType="h" fact="0.6233"/>
                  <dgm:constr type="w" for="ch" forName="ParentAccent10" refType="w" fact="0.0287"/>
                  <dgm:constr type="h" for="ch" forName="ParentAccent10" refType="h" fact="0.0608"/>
                  <dgm:constr type="r" for="ch" forName="Child2" refType="w"/>
                  <dgm:constr type="t" for="ch" forName="Child2" refType="h" fact="0.7822"/>
                  <dgm:constr type="w" for="ch" forName="Child2" refType="w" fact="0.3364"/>
                  <dgm:constr type="h" for="ch" forName="Child2" refType="h" fact="0.1564"/>
                  <dgm:constr type="r" for="ch" forName="Child1" refType="w"/>
                  <dgm:constr type="t" for="ch" forName="Child1" refType="h" fact="0"/>
                  <dgm:constr type="w" for="ch" forName="Child1" refType="w" fact="0.3364"/>
                  <dgm:constr type="h" for="ch" forName="Child1" refType="h" fact="0.1564"/>
                  <dgm:constr type="r" for="ch" forName="Parent" refType="w" fact="0.6347"/>
                  <dgm:constr type="t" for="ch" forName="Parent" refType="h" fact="0.2737"/>
                  <dgm:constr type="w" for="ch" forName="Parent" refType="w" fact="0.2906"/>
                  <dgm:constr type="h" for="ch" forName="Parent" refType="h" fact="0.6157"/>
                </dgm:constrLst>
              </dgm:if>
              <dgm:if name="Name18" axis="ch" ptType="node" func="cnt" op="equ" val="3">
                <dgm:alg type="composite">
                  <dgm:param type="ar" val="2.1185"/>
                </dgm:alg>
                <dgm:constrLst>
                  <dgm:constr type="primFontSz" for="des" forName="Child1" val="65"/>
                  <dgm:constr type="primFontSz" for="des" forName="Child1" refType="primFontSz" refFor="des" refForName="Parent" op="lte"/>
                  <dgm:constr type="primFontSz" for="des" forName="Child2" refType="primFontSz" refFor="des" refForName="Parent" op="lte"/>
                  <dgm:constr type="primFontSz" for="des" forName="Child3" refType="primFontSz" refFor="des" refForName="Parent" op="lte"/>
                  <dgm:constr type="primFontSz" for="des" forName="Child2" refType="primFontSz" refFor="des" refForName="Child1" op="equ"/>
                  <dgm:constr type="primFontSz" for="des" forName="Child3" refType="primFontSz" refFor="des" refForName="Child1" op="equ"/>
                  <dgm:constr type="r" for="ch" forName="Child1Accent1" refType="w" fact="0.6564"/>
                  <dgm:constr type="t" for="ch" forName="Child1Accent1" refType="h" fact="0.2211"/>
                  <dgm:constr type="w" for="ch" forName="Child1Accent1" refType="w" fact="0.0574"/>
                  <dgm:constr type="h" for="ch" forName="Child1Accent1" refType="h" fact="0.1217"/>
                  <dgm:constr type="r" for="ch" forName="Child1Accent2" refType="w" fact="0.6932"/>
                  <dgm:constr type="t" for="ch" forName="Child1Accent2" refType="h" fact="0.1569"/>
                  <dgm:constr type="w" for="ch" forName="Child1Accent2" refType="w" fact="0.0287"/>
                  <dgm:constr type="h" for="ch" forName="Child1Accent2" refType="h" fact="0.0608"/>
                  <dgm:constr type="r" for="ch" forName="Child1Accent3" refType="w" fact="0.7545"/>
                  <dgm:constr type="t" for="ch" forName="Child1Accent3" refType="h" fact="0.1569"/>
                  <dgm:constr type="w" for="ch" forName="Child1Accent3" refType="w" fact="0.0287"/>
                  <dgm:constr type="h" for="ch" forName="Child1Accent3" refType="h" fact="0.0608"/>
                  <dgm:constr type="r" for="ch" forName="Child1Accent4" refType="w" fact="0.8158"/>
                  <dgm:constr type="t" for="ch" forName="Child1Accent4" refType="h" fact="0.1569"/>
                  <dgm:constr type="w" for="ch" forName="Child1Accent4" refType="w" fact="0.0287"/>
                  <dgm:constr type="h" for="ch" forName="Child1Accent4" refType="h" fact="0.0608"/>
                  <dgm:constr type="r" for="ch" forName="Child1Accent5" refType="w" fact="0.8771"/>
                  <dgm:constr type="t" for="ch" forName="Child1Accent5" refType="h" fact="0.1569"/>
                  <dgm:constr type="w" for="ch" forName="Child1Accent5" refType="w" fact="0.0287"/>
                  <dgm:constr type="h" for="ch" forName="Child1Accent5" refType="h" fact="0.0608"/>
                  <dgm:constr type="r" for="ch" forName="Child1Accent6" refType="w" fact="0.9385"/>
                  <dgm:constr type="t" for="ch" forName="Child1Accent6" refType="h" fact="0.1569"/>
                  <dgm:constr type="w" for="ch" forName="Child1Accent6" refType="w" fact="0.0287"/>
                  <dgm:constr type="h" for="ch" forName="Child1Accent6" refType="h" fact="0.0608"/>
                  <dgm:constr type="r" for="ch" forName="Child1Accent7" refType="w" fact="0.9998"/>
                  <dgm:constr type="t" for="ch" forName="Child1Accent7" refType="h" fact="0.1569"/>
                  <dgm:constr type="w" for="ch" forName="Child1Accent7" refType="w" fact="0.0287"/>
                  <dgm:constr type="h" for="ch" forName="Child1Accent7" refType="h" fact="0.0608"/>
                  <dgm:constr type="r" for="ch" forName="Child1Accent8" refType="w" fact="0"/>
                  <dgm:constr type="t" for="ch" forName="Child1Accent8" refType="h" fact="0"/>
                  <dgm:constr type="w" for="ch" forName="Child1Accent8" refType="w" fact="0"/>
                  <dgm:constr type="h" for="ch" forName="Child1Accent8" refType="h" fact="0"/>
                  <dgm:constr type="r" for="ch" forName="Child1Accent9" refType="w" fact="0"/>
                  <dgm:constr type="t" for="ch" forName="Child1Accent9" refType="h" fact="0"/>
                  <dgm:constr type="w" for="ch" forName="Child1Accent9" refType="w" fact="0"/>
                  <dgm:constr type="h" for="ch" forName="Child1Accent9" refType="h" fact="0"/>
                  <dgm:constr type="r" for="ch" forName="Child2Accent1" refType="w" fact="0.716"/>
                  <dgm:constr type="t" for="ch" forName="Child2Accent1" refType="h" fact="0.5207"/>
                  <dgm:constr type="w" for="ch" forName="Child2Accent1" refType="w" fact="0.0574"/>
                  <dgm:constr type="h" for="ch" forName="Child2Accent1" refType="h" fact="0.1217"/>
                  <dgm:constr type="r" for="ch" forName="Child2Accent2" refType="w" fact="0.7728"/>
                  <dgm:constr type="t" for="ch" forName="Child2Accent2" refType="h" fact="0.5511"/>
                  <dgm:constr type="w" for="ch" forName="Child2Accent2" refType="w" fact="0.0287"/>
                  <dgm:constr type="h" for="ch" forName="Child2Accent2" refType="h" fact="0.0608"/>
                  <dgm:constr type="r" for="ch" forName="Child2Accent3" refType="w" fact="0.8295"/>
                  <dgm:constr type="t" for="ch" forName="Child2Accent3" refType="h" fact="0.5511"/>
                  <dgm:constr type="w" for="ch" forName="Child2Accent3" refType="w" fact="0.0287"/>
                  <dgm:constr type="h" for="ch" forName="Child2Accent3" refType="h" fact="0.0608"/>
                  <dgm:constr type="r" for="ch" forName="Child2Accent4" refType="w" fact="0.8863"/>
                  <dgm:constr type="t" for="ch" forName="Child2Accent4" refType="h" fact="0.5511"/>
                  <dgm:constr type="w" for="ch" forName="Child2Accent4" refType="w" fact="0.0287"/>
                  <dgm:constr type="h" for="ch" forName="Child2Accent4" refType="h" fact="0.0608"/>
                  <dgm:constr type="r" for="ch" forName="Child2Accent5" refType="w" fact="0.943"/>
                  <dgm:constr type="t" for="ch" forName="Child2Accent5" refType="h" fact="0.5511"/>
                  <dgm:constr type="w" for="ch" forName="Child2Accent5" refType="w" fact="0.0287"/>
                  <dgm:constr type="h" for="ch" forName="Child2Accent5" refType="h" fact="0.0608"/>
                  <dgm:constr type="r" for="ch" forName="Child2Accent6" refType="w" fact="0.9998"/>
                  <dgm:constr type="t" for="ch" forName="Child2Accent6" refType="h" fact="0.5511"/>
                  <dgm:constr type="w" for="ch" forName="Child2Accent6" refType="w" fact="0.0287"/>
                  <dgm:constr type="h" for="ch" forName="Child2Accent6" refType="h" fact="0.0608"/>
                  <dgm:constr type="r" for="ch" forName="Child2Accent7" refType="w" fact="0"/>
                  <dgm:constr type="t" for="ch" forName="Child2Accent7" refType="h" fact="0"/>
                  <dgm:constr type="w" for="ch" forName="Child2Accent7" refType="w" fact="0"/>
                  <dgm:constr type="h" for="ch" forName="Child2Accent7" refType="h" fact="0"/>
                  <dgm:constr type="r" for="ch" forName="Child3Accent1" refType="w" fact="0.6564"/>
                  <dgm:constr type="t" for="ch" forName="Child3Accent1" refType="h" fact="0.8153"/>
                  <dgm:constr type="w" for="ch" forName="Child3Accent1" refType="w" fact="0.0574"/>
                  <dgm:constr type="h" for="ch" forName="Child3Accent1" refType="h" fact="0.1217"/>
                  <dgm:constr type="r" for="ch" forName="Child3Accent2" refType="w" fact="0.6932"/>
                  <dgm:constr type="t" for="ch" forName="Child3Accent2" refType="h" fact="0.9392"/>
                  <dgm:constr type="w" for="ch" forName="Child3Accent2" refType="w" fact="0.0287"/>
                  <dgm:constr type="h" for="ch" forName="Child3Accent2" refType="h" fact="0.0608"/>
                  <dgm:constr type="r" for="ch" forName="Child3Accent3" refType="w" fact="0.7545"/>
                  <dgm:constr type="t" for="ch" forName="Child3Accent3" refType="h" fact="0.9392"/>
                  <dgm:constr type="w" for="ch" forName="Child3Accent3" refType="w" fact="0.0287"/>
                  <dgm:constr type="h" for="ch" forName="Child3Accent3" refType="h" fact="0.0608"/>
                  <dgm:constr type="r" for="ch" forName="Child3Accent4" refType="w" fact="0.8158"/>
                  <dgm:constr type="t" for="ch" forName="Child3Accent4" refType="h" fact="0.9392"/>
                  <dgm:constr type="w" for="ch" forName="Child3Accent4" refType="w" fact="0.0287"/>
                  <dgm:constr type="h" for="ch" forName="Child3Accent4" refType="h" fact="0.0608"/>
                  <dgm:constr type="r" for="ch" forName="Child3Accent5" refType="w" fact="0.8771"/>
                  <dgm:constr type="t" for="ch" forName="Child3Accent5" refType="h" fact="0.9392"/>
                  <dgm:constr type="w" for="ch" forName="Child3Accent5" refType="w" fact="0.0287"/>
                  <dgm:constr type="h" for="ch" forName="Child3Accent5" refType="h" fact="0.0608"/>
                  <dgm:constr type="r" for="ch" forName="Child3Accent6" refType="w" fact="0.9385"/>
                  <dgm:constr type="t" for="ch" forName="Child3Accent6" refType="h" fact="0.9392"/>
                  <dgm:constr type="w" for="ch" forName="Child3Accent6" refType="w" fact="0.0287"/>
                  <dgm:constr type="h" for="ch" forName="Child3Accent6" refType="h" fact="0.0608"/>
                  <dgm:constr type="r" for="ch" forName="Child3Accent7" refType="w" fact="0.9998"/>
                  <dgm:constr type="t" for="ch" forName="Child3Accent7" refType="h" fact="0.9392"/>
                  <dgm:constr type="w" for="ch" forName="Child3Accent7" refType="w" fact="0.0287"/>
                  <dgm:constr type="h" for="ch" forName="Child3Accent7" refType="h" fact="0.0608"/>
                  <dgm:constr type="r" for="ch" forName="ParentAccent1" refType="w" fact="0.0287"/>
                  <dgm:constr type="t" for="ch" forName="ParentAccent1" refType="h" fact="0.5511"/>
                  <dgm:constr type="w" for="ch" forName="ParentAccent1" refType="w" fact="0.0287"/>
                  <dgm:constr type="h" for="ch" forName="ParentAccent1" refType="h" fact="0.0608"/>
                  <dgm:constr type="r" for="ch" forName="ParentAccent2" refType="w" fact="0.0813"/>
                  <dgm:constr type="t" for="ch" forName="ParentAccent2" refType="h" fact="0.5511"/>
                  <dgm:constr type="w" for="ch" forName="ParentAccent2" refType="w" fact="0.0287"/>
                  <dgm:constr type="h" for="ch" forName="ParentAccent2" refType="h" fact="0.0608"/>
                  <dgm:constr type="r" for="ch" forName="ParentAccent3" refType="w" fact="0.1339"/>
                  <dgm:constr type="t" for="ch" forName="ParentAccent3" refType="h" fact="0.5511"/>
                  <dgm:constr type="w" for="ch" forName="ParentAccent3" refType="w" fact="0.0287"/>
                  <dgm:constr type="h" for="ch" forName="ParentAccent3" refType="h" fact="0.0608"/>
                  <dgm:constr type="r" for="ch" forName="ParentAccent4" refType="w" fact="0.1864"/>
                  <dgm:constr type="t" for="ch" forName="ParentAccent4" refType="h" fact="0.5511"/>
                  <dgm:constr type="w" for="ch" forName="ParentAccent4" refType="w" fact="0.0287"/>
                  <dgm:constr type="h" for="ch" forName="ParentAccent4" refType="h" fact="0.0608"/>
                  <dgm:constr type="r" for="ch" forName="ParentAccent5" refType="w" fact="0.239"/>
                  <dgm:constr type="t" for="ch" forName="ParentAccent5" refType="h" fact="0.5511"/>
                  <dgm:constr type="w" for="ch" forName="ParentAccent5" refType="w" fact="0.0287"/>
                  <dgm:constr type="h" for="ch" forName="ParentAccent5" refType="h" fact="0.0608"/>
                  <dgm:constr type="r" for="ch" forName="ParentAccent6" refType="w" fact="0.3203"/>
                  <dgm:constr type="t" for="ch" forName="ParentAccent6" refType="h" fact="0.5207"/>
                  <dgm:constr type="w" for="ch" forName="ParentAccent6" refType="w" fact="0.0574"/>
                  <dgm:constr type="h" for="ch" forName="ParentAccent6" refType="h" fact="0.1217"/>
                  <dgm:constr type="r" for="ch" forName="ParentAccent7" refType="w" fact="0.0755"/>
                  <dgm:constr type="t" for="ch" forName="ParentAccent7" refType="h" fact="0.4255"/>
                  <dgm:constr type="w" for="ch" forName="ParentAccent7" refType="w" fact="0.0287"/>
                  <dgm:constr type="h" for="ch" forName="ParentAccent7" refType="h" fact="0.0608"/>
                  <dgm:constr type="r" for="ch" forName="ParentAccent8" refType="w" fact="0.0755"/>
                  <dgm:constr type="t" for="ch" forName="ParentAccent8" refType="h" fact="0.6776"/>
                  <dgm:constr type="w" for="ch" forName="ParentAccent8" refType="w" fact="0.0287"/>
                  <dgm:constr type="h" for="ch" forName="ParentAccent8" refType="h" fact="0.0608"/>
                  <dgm:constr type="r" for="ch" forName="ParentAccent9" refType="w" fact="0.0499"/>
                  <dgm:constr type="t" for="ch" forName="ParentAccent9" refType="h" fact="0.4801"/>
                  <dgm:constr type="w" for="ch" forName="ParentAccent9" refType="w" fact="0.0287"/>
                  <dgm:constr type="h" for="ch" forName="ParentAccent9" refType="h" fact="0.0608"/>
                  <dgm:constr type="r" for="ch" forName="ParentAccent10" refType="w" fact="0.0482"/>
                  <dgm:constr type="t" for="ch" forName="ParentAccent10" refType="h" fact="0.6233"/>
                  <dgm:constr type="w" for="ch" forName="ParentAccent10" refType="w" fact="0.0287"/>
                  <dgm:constr type="h" for="ch" forName="ParentAccent10" refType="h" fact="0.0608"/>
                  <dgm:constr type="r" for="ch" forName="Child3" refType="w"/>
                  <dgm:constr type="t" for="ch" forName="Child3" refType="h" fact="0.7822"/>
                  <dgm:constr type="w" for="ch" forName="Child3" refType="w" fact="0.3364"/>
                  <dgm:constr type="h" for="ch" forName="Child3" refType="h" fact="0.1564"/>
                  <dgm:constr type="r" for="ch" forName="Child2" refType="w"/>
                  <dgm:constr type="t" for="ch" forName="Child2" refType="h" fact="0.3955"/>
                  <dgm:constr type="w" for="ch" forName="Child2" refType="w" fact="0.2544"/>
                  <dgm:constr type="h" for="ch" forName="Child2" refType="h" fact="0.1564"/>
                  <dgm:constr type="r" for="ch" forName="Child1" refType="w"/>
                  <dgm:constr type="t" for="ch" forName="Child1" refType="h" fact="0"/>
                  <dgm:constr type="w" for="ch" forName="Child1" refType="w" fact="0.3364"/>
                  <dgm:constr type="h" for="ch" forName="Child1" refType="h" fact="0.1564"/>
                  <dgm:constr type="r" for="ch" forName="Parent" refType="w" fact="0.6347"/>
                  <dgm:constr type="t" for="ch" forName="Parent" refType="h" fact="0.2737"/>
                  <dgm:constr type="w" for="ch" forName="Parent" refType="w" fact="0.2906"/>
                  <dgm:constr type="h" for="ch" forName="Parent" refType="h" fact="0.6157"/>
                </dgm:constrLst>
              </dgm:if>
              <dgm:if name="Name19" axis="ch" ptType="node" func="cnt" op="equ" val="4">
                <dgm:alg type="composite">
                  <dgm:param type="ar" val="1.8304"/>
                </dgm:alg>
                <dgm:constrLst>
                  <dgm:constr type="primFontSz" for="des" forName="Child1" val="65"/>
                  <dgm:constr type="primFontSz" for="des" forName="Child1" refType="primFontSz" refFor="des" refForName="Parent" op="lte"/>
                  <dgm:constr type="primFontSz" for="des" forName="Child2" refType="primFontSz" refFor="des" refForName="Parent" op="lte"/>
                  <dgm:constr type="primFontSz" for="des" forName="Child3" refType="primFontSz" refFor="des" refForName="Parent" op="lte"/>
                  <dgm:constr type="primFontSz" for="des" forName="Child4" refType="primFontSz" refFor="des" refForName="Parent" op="lte"/>
                  <dgm:constr type="primFontSz" for="des" forName="Child2" refType="primFontSz" refFor="des" refForName="Child1" op="equ"/>
                  <dgm:constr type="primFontSz" for="des" forName="Child3" refType="primFontSz" refFor="des" refForName="Child1" op="equ"/>
                  <dgm:constr type="primFontSz" for="des" forName="Child4" refType="primFontSz" refFor="des" refForName="Child1" op="equ"/>
                  <dgm:constr type="r" for="ch" forName="Parent" refType="w" fact="0.6229"/>
                  <dgm:constr type="t" for="ch" forName="Parent" refType="h" fact="0.2946"/>
                  <dgm:constr type="w" for="ch" forName="Parent" refType="w" fact="0.2862"/>
                  <dgm:constr type="h" for="ch" forName="Parent" refType="h" fact="0.5239"/>
                  <dgm:constr type="r" for="ch" forName="Child1Accent1" refType="w" fact="0.6096"/>
                  <dgm:constr type="t" for="ch" forName="Child1Accent1" refType="h" fact="0.2104"/>
                  <dgm:constr type="w" for="ch" forName="Child1Accent1" refType="w" fact="0.0566"/>
                  <dgm:constr type="h" for="ch" forName="Child1Accent1" refType="h" fact="0.1035"/>
                  <dgm:constr type="r" for="ch" forName="Child1Accent3" refType="w" fact="0.6999"/>
                  <dgm:constr type="t" for="ch" forName="Child1Accent3" refType="h" fact="0.128"/>
                  <dgm:constr type="w" for="ch" forName="Child1Accent3" refType="w" fact="0.0283"/>
                  <dgm:constr type="h" for="ch" forName="Child1Accent3" refType="h" fact="0.0518"/>
                  <dgm:constr type="r" for="ch" forName="Child1Accent4" refType="w" fact="0.7582"/>
                  <dgm:constr type="t" for="ch" forName="Child1Accent4" refType="h" fact="0.128"/>
                  <dgm:constr type="w" for="ch" forName="Child1Accent4" refType="w" fact="0.0283"/>
                  <dgm:constr type="h" for="ch" forName="Child1Accent4" refType="h" fact="0.0518"/>
                  <dgm:constr type="r" for="ch" forName="Child1Accent5" refType="w" fact="0.8165"/>
                  <dgm:constr type="t" for="ch" forName="Child1Accent5" refType="h" fact="0.128"/>
                  <dgm:constr type="w" for="ch" forName="Child1Accent5" refType="w" fact="0.0283"/>
                  <dgm:constr type="h" for="ch" forName="Child1Accent5" refType="h" fact="0.0518"/>
                  <dgm:constr type="r" for="ch" forName="Child1Accent6" refType="w" fact="0.8748"/>
                  <dgm:constr type="t" for="ch" forName="Child1Accent6" refType="h" fact="0.128"/>
                  <dgm:constr type="w" for="ch" forName="Child1Accent6" refType="w" fact="0.0283"/>
                  <dgm:constr type="h" for="ch" forName="Child1Accent6" refType="h" fact="0.0518"/>
                  <dgm:constr type="r" for="ch" forName="Child3Accent1" refType="w" fact="0.6842"/>
                  <dgm:constr type="t" for="ch" forName="Child3Accent1" refType="h" fact="0.6212"/>
                  <dgm:constr type="w" for="ch" forName="Child3Accent1" refType="w" fact="0.0566"/>
                  <dgm:constr type="h" for="ch" forName="Child3Accent1" refType="h" fact="0.1035"/>
                  <dgm:constr type="r" for="ch" forName="Child3Accent2" refType="w" fact="0.7311"/>
                  <dgm:constr type="t" for="ch" forName="Child3Accent2" refType="h" fact="0.6828"/>
                  <dgm:constr type="w" for="ch" forName="Child3Accent2" refType="w" fact="0.0283"/>
                  <dgm:constr type="h" for="ch" forName="Child3Accent2" refType="h" fact="0.0518"/>
                  <dgm:constr type="r" for="ch" forName="Child3Accent4" refType="w" fact="0.8386"/>
                  <dgm:constr type="t" for="ch" forName="Child3Accent4" refType="h" fact="0.6828"/>
                  <dgm:constr type="w" for="ch" forName="Child3Accent4" refType="w" fact="0.0283"/>
                  <dgm:constr type="h" for="ch" forName="Child3Accent4" refType="h" fact="0.0518"/>
                  <dgm:constr type="r" for="ch" forName="Child3Accent5" refType="w" fact="0.8923"/>
                  <dgm:constr type="t" for="ch" forName="Child3Accent5" refType="h" fact="0.6828"/>
                  <dgm:constr type="w" for="ch" forName="Child3Accent5" refType="w" fact="0.0283"/>
                  <dgm:constr type="h" for="ch" forName="Child3Accent5" refType="h" fact="0.0518"/>
                  <dgm:constr type="r" for="ch" forName="Child1Accent7" refType="w" fact="0.9332"/>
                  <dgm:constr type="t" for="ch" forName="Child1Accent7" refType="h" fact="0.128"/>
                  <dgm:constr type="w" for="ch" forName="Child1Accent7" refType="w" fact="0.0283"/>
                  <dgm:constr type="h" for="ch" forName="Child1Accent7" refType="h" fact="0.0518"/>
                  <dgm:constr type="r" for="ch" forName="Child3Accent6" refType="w" fact="0.9461"/>
                  <dgm:constr type="t" for="ch" forName="Child3Accent6" refType="h" fact="0.6828"/>
                  <dgm:constr type="w" for="ch" forName="Child3Accent6" refType="w" fact="0.0283"/>
                  <dgm:constr type="h" for="ch" forName="Child3Accent6" refType="h" fact="0.0518"/>
                  <dgm:constr type="r" for="ch" forName="Child1Accent8" refType="w" fact="0.9915"/>
                  <dgm:constr type="t" for="ch" forName="Child1Accent8" refType="h" fact="0.128"/>
                  <dgm:constr type="w" for="ch" forName="Child1Accent8" refType="w" fact="0.0283"/>
                  <dgm:constr type="h" for="ch" forName="Child1Accent8" refType="h" fact="0.0518"/>
                  <dgm:constr type="r" for="ch" forName="Child1Accent9" refType="w" fact="0"/>
                  <dgm:constr type="t" for="ch" forName="Child1Accent9" refType="h" fact="0"/>
                  <dgm:constr type="w" for="ch" forName="Child1Accent9" refType="w" fact="0"/>
                  <dgm:constr type="h" for="ch" forName="Child1Accent9" refType="h" fact="0"/>
                  <dgm:constr type="r" for="ch" forName="Child3Accent7" refType="w" fact="0.9998"/>
                  <dgm:constr type="t" for="ch" forName="Child3Accent7" refType="h" fact="0.6828"/>
                  <dgm:constr type="w" for="ch" forName="Child3Accent7" refType="w" fact="0.0283"/>
                  <dgm:constr type="h" for="ch" forName="Child3Accent7" refType="h" fact="0.0518"/>
                  <dgm:constr type="r" for="ch" forName="Child4Accent1" refType="w" fact="0.6096"/>
                  <dgm:constr type="t" for="ch" forName="Child4Accent1" refType="h" fact="0.8"/>
                  <dgm:constr type="w" for="ch" forName="Child4Accent1" refType="w" fact="0.0566"/>
                  <dgm:constr type="h" for="ch" forName="Child4Accent1" refType="h" fact="0.1035"/>
                  <dgm:constr type="r" for="ch" forName="Child4Accent3" refType="w" fact="0.7002"/>
                  <dgm:constr type="t" for="ch" forName="Child4Accent3" refType="h" fact="0.9482"/>
                  <dgm:constr type="w" for="ch" forName="Child4Accent3" refType="w" fact="0.0283"/>
                  <dgm:constr type="h" for="ch" forName="Child4Accent3" refType="h" fact="0.0518"/>
                  <dgm:constr type="r" for="ch" forName="Child4Accent4" refType="w" fact="0.7585"/>
                  <dgm:constr type="t" for="ch" forName="Child4Accent4" refType="h" fact="0.9482"/>
                  <dgm:constr type="w" for="ch" forName="Child4Accent4" refType="w" fact="0.0283"/>
                  <dgm:constr type="h" for="ch" forName="Child4Accent4" refType="h" fact="0.0518"/>
                  <dgm:constr type="r" for="ch" forName="Child4Accent5" refType="w" fact="0.8167"/>
                  <dgm:constr type="t" for="ch" forName="Child4Accent5" refType="h" fact="0.9482"/>
                  <dgm:constr type="w" for="ch" forName="Child4Accent5" refType="w" fact="0.0283"/>
                  <dgm:constr type="h" for="ch" forName="Child4Accent5" refType="h" fact="0.0518"/>
                  <dgm:constr type="r" for="ch" forName="Child4Accent6" refType="w" fact="0.8749"/>
                  <dgm:constr type="t" for="ch" forName="Child4Accent6" refType="h" fact="0.9482"/>
                  <dgm:constr type="w" for="ch" forName="Child4Accent6" refType="w" fact="0.0283"/>
                  <dgm:constr type="h" for="ch" forName="Child4Accent6" refType="h" fact="0.0518"/>
                  <dgm:constr type="r" for="ch" forName="Child4Accent7" refType="w" fact="0.9332"/>
                  <dgm:constr type="t" for="ch" forName="Child4Accent7" refType="h" fact="0.9482"/>
                  <dgm:constr type="w" for="ch" forName="Child4Accent7" refType="w" fact="0.0283"/>
                  <dgm:constr type="h" for="ch" forName="Child4Accent7" refType="h" fact="0.0518"/>
                  <dgm:constr type="r" for="ch" forName="Child4Accent8" refType="w" fact="0.9914"/>
                  <dgm:constr type="t" for="ch" forName="Child4Accent8" refType="h" fact="0.9482"/>
                  <dgm:constr type="w" for="ch" forName="Child4Accent8" refType="w" fact="0.0283"/>
                  <dgm:constr type="h" for="ch" forName="Child4Accent8" refType="h" fact="0.0518"/>
                  <dgm:constr type="r" for="ch" forName="Child2Accent1" refType="w" fact="0.6842"/>
                  <dgm:constr type="t" for="ch" forName="Child2Accent1" refType="h" fact="0.3725"/>
                  <dgm:constr type="w" for="ch" forName="Child2Accent1" refType="w" fact="0.0566"/>
                  <dgm:constr type="h" for="ch" forName="Child2Accent1" refType="h" fact="0.1035"/>
                  <dgm:constr type="r" for="ch" forName="Child4Accent2" refType="w" fact="0.642"/>
                  <dgm:constr type="t" for="ch" forName="Child4Accent2" refType="h" fact="0.8993"/>
                  <dgm:constr type="w" for="ch" forName="Child4Accent2" refType="w" fact="0.0283"/>
                  <dgm:constr type="h" for="ch" forName="Child4Accent2" refType="h" fact="0.0518"/>
                  <dgm:constr type="r" for="ch" forName="Child1Accent2" refType="w" fact="0.6415"/>
                  <dgm:constr type="t" for="ch" forName="Child1Accent2" refType="h" fact="0.162"/>
                  <dgm:constr type="w" for="ch" forName="Child1Accent2" refType="w" fact="0.0283"/>
                  <dgm:constr type="h" for="ch" forName="Child1Accent2" refType="h" fact="0.0518"/>
                  <dgm:constr type="r" for="ch" forName="Child3Accent3" refType="w" fact="0.7849"/>
                  <dgm:constr type="t" for="ch" forName="Child3Accent3" refType="h" fact="0.6828"/>
                  <dgm:constr type="w" for="ch" forName="Child3Accent3" refType="w" fact="0.0283"/>
                  <dgm:constr type="h" for="ch" forName="Child3Accent3" refType="h" fact="0.0518"/>
                  <dgm:constr type="r" for="ch" forName="Child2Accent2" refType="w" fact="0.7311"/>
                  <dgm:constr type="t" for="ch" forName="Child2Accent2" refType="h" fact="0.3937"/>
                  <dgm:constr type="w" for="ch" forName="Child2Accent2" refType="w" fact="0.0283"/>
                  <dgm:constr type="h" for="ch" forName="Child2Accent2" refType="h" fact="0.0518"/>
                  <dgm:constr type="r" for="ch" forName="Child2Accent4" refType="w" fact="0.8386"/>
                  <dgm:constr type="t" for="ch" forName="Child2Accent4" refType="h" fact="0.3937"/>
                  <dgm:constr type="w" for="ch" forName="Child2Accent4" refType="w" fact="0.0283"/>
                  <dgm:constr type="h" for="ch" forName="Child2Accent4" refType="h" fact="0.0518"/>
                  <dgm:constr type="r" for="ch" forName="Child2Accent5" refType="w" fact="0.8923"/>
                  <dgm:constr type="t" for="ch" forName="Child2Accent5" refType="h" fact="0.3937"/>
                  <dgm:constr type="w" for="ch" forName="Child2Accent5" refType="w" fact="0.0283"/>
                  <dgm:constr type="h" for="ch" forName="Child2Accent5" refType="h" fact="0.0518"/>
                  <dgm:constr type="r" for="ch" forName="Child2Accent6" refType="w" fact="0.9461"/>
                  <dgm:constr type="t" for="ch" forName="Child2Accent6" refType="h" fact="0.3937"/>
                  <dgm:constr type="w" for="ch" forName="Child2Accent6" refType="w" fact="0.0283"/>
                  <dgm:constr type="h" for="ch" forName="Child2Accent6" refType="h" fact="0.0518"/>
                  <dgm:constr type="r" for="ch" forName="Child2Accent7" refType="w" fact="0.9998"/>
                  <dgm:constr type="t" for="ch" forName="Child2Accent7" refType="h" fact="0.3937"/>
                  <dgm:constr type="w" for="ch" forName="Child2Accent7" refType="w" fact="0.0283"/>
                  <dgm:constr type="h" for="ch" forName="Child2Accent7" refType="h" fact="0.0518"/>
                  <dgm:constr type="r" for="ch" forName="Child2Accent3" refType="w" fact="0.7849"/>
                  <dgm:constr type="t" for="ch" forName="Child2Accent3" refType="h" fact="0.3937"/>
                  <dgm:constr type="w" for="ch" forName="Child2Accent3" refType="w" fact="0.0283"/>
                  <dgm:constr type="h" for="ch" forName="Child2Accent3" refType="h" fact="0.0518"/>
                  <dgm:constr type="r" for="ch" forName="ParentAccent1" refType="w" fact="0.0283"/>
                  <dgm:constr type="t" for="ch" forName="ParentAccent1" refType="h" fact="0.5316"/>
                  <dgm:constr type="w" for="ch" forName="ParentAccent1" refType="w" fact="0.0283"/>
                  <dgm:constr type="h" for="ch" forName="ParentAccent1" refType="h" fact="0.0518"/>
                  <dgm:constr type="r" for="ch" forName="ParentAccent2" refType="w" fact="0.0801"/>
                  <dgm:constr type="t" for="ch" forName="ParentAccent2" refType="h" fact="0.5316"/>
                  <dgm:constr type="w" for="ch" forName="ParentAccent2" refType="w" fact="0.0283"/>
                  <dgm:constr type="h" for="ch" forName="ParentAccent2" refType="h" fact="0.0518"/>
                  <dgm:constr type="r" for="ch" forName="ParentAccent3" refType="w" fact="0.1318"/>
                  <dgm:constr type="t" for="ch" forName="ParentAccent3" refType="h" fact="0.5316"/>
                  <dgm:constr type="w" for="ch" forName="ParentAccent3" refType="w" fact="0.0283"/>
                  <dgm:constr type="h" for="ch" forName="ParentAccent3" refType="h" fact="0.0518"/>
                  <dgm:constr type="r" for="ch" forName="ParentAccent4" refType="w" fact="0.1836"/>
                  <dgm:constr type="t" for="ch" forName="ParentAccent4" refType="h" fact="0.5316"/>
                  <dgm:constr type="w" for="ch" forName="ParentAccent4" refType="w" fact="0.0283"/>
                  <dgm:constr type="h" for="ch" forName="ParentAccent4" refType="h" fact="0.0518"/>
                  <dgm:constr type="r" for="ch" forName="ParentAccent5" refType="w" fact="0.2354"/>
                  <dgm:constr type="t" for="ch" forName="ParentAccent5" refType="h" fact="0.5316"/>
                  <dgm:constr type="w" for="ch" forName="ParentAccent5" refType="w" fact="0.0283"/>
                  <dgm:constr type="h" for="ch" forName="ParentAccent5" refType="h" fact="0.0518"/>
                  <dgm:constr type="r" for="ch" forName="ParentAccent6" refType="w" fact="0.3154"/>
                  <dgm:constr type="t" for="ch" forName="ParentAccent6" refType="h" fact="0.5057"/>
                  <dgm:constr type="w" for="ch" forName="ParentAccent6" refType="w" fact="0.0566"/>
                  <dgm:constr type="h" for="ch" forName="ParentAccent6" refType="h" fact="0.1035"/>
                  <dgm:constr type="r" for="ch" forName="ParentAccent7" refType="w" fact="0.0744"/>
                  <dgm:constr type="t" for="ch" forName="ParentAccent7" refType="h" fact="0.4247"/>
                  <dgm:constr type="w" for="ch" forName="ParentAccent7" refType="w" fact="0.0283"/>
                  <dgm:constr type="h" for="ch" forName="ParentAccent7" refType="h" fact="0.0518"/>
                  <dgm:constr type="r" for="ch" forName="ParentAccent8" refType="w" fact="0.0744"/>
                  <dgm:constr type="t" for="ch" forName="ParentAccent8" refType="h" fact="0.6392"/>
                  <dgm:constr type="w" for="ch" forName="ParentAccent8" refType="w" fact="0.0283"/>
                  <dgm:constr type="h" for="ch" forName="ParentAccent8" refType="h" fact="0.0518"/>
                  <dgm:constr type="r" for="ch" forName="ParentAccent9" refType="w" fact="0.0491"/>
                  <dgm:constr type="t" for="ch" forName="ParentAccent9" refType="h" fact="0.4712"/>
                  <dgm:constr type="w" for="ch" forName="ParentAccent9" refType="w" fact="0.0283"/>
                  <dgm:constr type="h" for="ch" forName="ParentAccent9" refType="h" fact="0.0518"/>
                  <dgm:constr type="r" for="ch" forName="ParentAccent10" refType="w" fact="0.0475"/>
                  <dgm:constr type="t" for="ch" forName="ParentAccent10" refType="h" fact="0.593"/>
                  <dgm:constr type="w" for="ch" forName="ParentAccent10" refType="w" fact="0.0283"/>
                  <dgm:constr type="h" for="ch" forName="ParentAccent10" refType="h" fact="0.0518"/>
                  <dgm:constr type="r" for="ch" forName="Child4" refType="w" fact="0.9919"/>
                  <dgm:constr type="t" for="ch" forName="Child4" refType="h" fact="0.8184"/>
                  <dgm:constr type="w" for="ch" forName="Child4" refType="w" fact="0.3192"/>
                  <dgm:constr type="h" for="ch" forName="Child4" refType="h" fact="0.1294"/>
                  <dgm:constr type="r" for="ch" forName="Child3" refType="w"/>
                  <dgm:constr type="t" for="ch" forName="Child3" refType="h" fact="0.5547"/>
                  <dgm:constr type="w" for="ch" forName="Child3" refType="w" fact="0.297"/>
                  <dgm:constr type="h" for="ch" forName="Child3" refType="h" fact="0.1294"/>
                  <dgm:constr type="r" for="ch" forName="Child2" refType="w"/>
                  <dgm:constr type="t" for="ch" forName="Child2" refType="h" fact="0.2662"/>
                  <dgm:constr type="w" for="ch" forName="Child2" refType="w" fact="0.297"/>
                  <dgm:constr type="h" for="ch" forName="Child2" refType="h" fact="0.1294"/>
                  <dgm:constr type="r" for="ch" forName="Child1" refType="w" fact="0.9919"/>
                  <dgm:constr type="t" for="ch" forName="Child1" refType="h" fact="0"/>
                  <dgm:constr type="w" for="ch" forName="Child1" refType="w" fact="0.3192"/>
                  <dgm:constr type="h" for="ch" forName="Child1" refType="h" fact="0.1294"/>
                </dgm:constrLst>
              </dgm:if>
              <dgm:else name="Name20">
                <dgm:alg type="composite">
                  <dgm:param type="ar" val="1.3278"/>
                </dgm:alg>
                <dgm:constrLst>
                  <dgm:constr type="primFontSz" for="des" forName="Child1" val="65"/>
                  <dgm:constr type="primFontSz" for="des" forName="Child1" refType="primFontSz" refFor="des" refForName="Parent" op="lte"/>
                  <dgm:constr type="primFontSz" for="des" forName="Child2" refType="primFontSz" refFor="des" refForName="Parent" op="lte"/>
                  <dgm:constr type="primFontSz" for="des" forName="Child3" refType="primFontSz" refFor="des" refForName="Parent" op="lte"/>
                  <dgm:constr type="primFontSz" for="des" forName="Child4" refType="primFontSz" refFor="des" refForName="Parent" op="lte"/>
                  <dgm:constr type="primFontSz" for="des" forName="Child5" refType="primFontSz" refFor="des" refForName="Parent" op="lte"/>
                  <dgm:constr type="primFontSz" for="des" forName="Child2" refType="primFontSz" refFor="des" refForName="Child1" op="equ"/>
                  <dgm:constr type="primFontSz" for="des" forName="Child3" refType="primFontSz" refFor="des" refForName="Child1" op="equ"/>
                  <dgm:constr type="primFontSz" for="des" forName="Child4" refType="primFontSz" refFor="des" refForName="Child1" op="equ"/>
                  <dgm:constr type="primFontSz" for="des" forName="Child5" refType="primFontSz" refFor="des" refForName="Child1" op="equ"/>
                  <dgm:constr type="r" for="ch" forName="Child2Accent1" refType="w" fact="0.6564"/>
                  <dgm:constr type="t" for="ch" forName="Child2Accent1" refType="h" fact="0.3184"/>
                  <dgm:constr type="w" for="ch" forName="Child2Accent1" refType="w" fact="0.0574"/>
                  <dgm:constr type="h" for="ch" forName="Child2Accent1" refType="h" fact="0.0763"/>
                  <dgm:constr type="r" for="ch" forName="Child2Accent2" refType="w" fact="0.6932"/>
                  <dgm:constr type="t" for="ch" forName="Child2Accent2" refType="h" fact="0.2781"/>
                  <dgm:constr type="w" for="ch" forName="Child2Accent2" refType="w" fact="0.0287"/>
                  <dgm:constr type="h" for="ch" forName="Child2Accent2" refType="h" fact="0.0381"/>
                  <dgm:constr type="r" for="ch" forName="Child2Accent3" refType="w" fact="0.7545"/>
                  <dgm:constr type="t" for="ch" forName="Child2Accent3" refType="h" fact="0.2781"/>
                  <dgm:constr type="w" for="ch" forName="Child2Accent3" refType="w" fact="0.0287"/>
                  <dgm:constr type="h" for="ch" forName="Child2Accent3" refType="h" fact="0.0381"/>
                  <dgm:constr type="r" for="ch" forName="Child2Accent4" refType="w" fact="0.8158"/>
                  <dgm:constr type="t" for="ch" forName="Child2Accent4" refType="h" fact="0.2781"/>
                  <dgm:constr type="w" for="ch" forName="Child2Accent4" refType="w" fact="0.0287"/>
                  <dgm:constr type="h" for="ch" forName="Child2Accent4" refType="h" fact="0.0381"/>
                  <dgm:constr type="r" for="ch" forName="Child2Accent5" refType="w" fact="0.8771"/>
                  <dgm:constr type="t" for="ch" forName="Child2Accent5" refType="h" fact="0.2781"/>
                  <dgm:constr type="w" for="ch" forName="Child2Accent5" refType="w" fact="0.0287"/>
                  <dgm:constr type="h" for="ch" forName="Child2Accent5" refType="h" fact="0.0381"/>
                  <dgm:constr type="r" for="ch" forName="Child2Accent6" refType="w" fact="0.9385"/>
                  <dgm:constr type="t" for="ch" forName="Child2Accent6" refType="h" fact="0.2781"/>
                  <dgm:constr type="w" for="ch" forName="Child2Accent6" refType="w" fact="0.0287"/>
                  <dgm:constr type="h" for="ch" forName="Child2Accent6" refType="h" fact="0.0381"/>
                  <dgm:constr type="r" for="ch" forName="Child2Accent7" refType="w" fact="0.9998"/>
                  <dgm:constr type="t" for="ch" forName="Child2Accent7" refType="h" fact="0.2781"/>
                  <dgm:constr type="w" for="ch" forName="Child2Accent7" refType="w" fact="0.0287"/>
                  <dgm:constr type="h" for="ch" forName="Child2Accent7" refType="h" fact="0.0381"/>
                  <dgm:constr type="r" for="ch" forName="Child3Accent1" refType="w" fact="0.716"/>
                  <dgm:constr type="t" for="ch" forName="Child3Accent1" refType="h" fact="0.5061"/>
                  <dgm:constr type="w" for="ch" forName="Child3Accent1" refType="w" fact="0.0574"/>
                  <dgm:constr type="h" for="ch" forName="Child3Accent1" refType="h" fact="0.0763"/>
                  <dgm:constr type="r" for="ch" forName="Child3Accent2" refType="w" fact="0.7728"/>
                  <dgm:constr type="t" for="ch" forName="Child3Accent2" refType="h" fact="0.5252"/>
                  <dgm:constr type="w" for="ch" forName="Child3Accent2" refType="w" fact="0.0287"/>
                  <dgm:constr type="h" for="ch" forName="Child3Accent2" refType="h" fact="0.0381"/>
                  <dgm:constr type="r" for="ch" forName="Child3Accent3" refType="w" fact="0.8295"/>
                  <dgm:constr type="t" for="ch" forName="Child3Accent3" refType="h" fact="0.5252"/>
                  <dgm:constr type="w" for="ch" forName="Child3Accent3" refType="w" fact="0.0287"/>
                  <dgm:constr type="h" for="ch" forName="Child3Accent3" refType="h" fact="0.0381"/>
                  <dgm:constr type="r" for="ch" forName="Child3Accent4" refType="w" fact="0.8863"/>
                  <dgm:constr type="t" for="ch" forName="Child3Accent4" refType="h" fact="0.5252"/>
                  <dgm:constr type="w" for="ch" forName="Child3Accent4" refType="w" fact="0.0287"/>
                  <dgm:constr type="h" for="ch" forName="Child3Accent4" refType="h" fact="0.0381"/>
                  <dgm:constr type="r" for="ch" forName="Child3Accent5" refType="w" fact="0.943"/>
                  <dgm:constr type="t" for="ch" forName="Child3Accent5" refType="h" fact="0.5252"/>
                  <dgm:constr type="w" for="ch" forName="Child3Accent5" refType="w" fact="0.0287"/>
                  <dgm:constr type="h" for="ch" forName="Child3Accent5" refType="h" fact="0.0381"/>
                  <dgm:constr type="r" for="ch" forName="Child3Accent6" refType="w" fact="0.9998"/>
                  <dgm:constr type="t" for="ch" forName="Child3Accent6" refType="h" fact="0.5252"/>
                  <dgm:constr type="w" for="ch" forName="Child3Accent6" refType="w" fact="0.0287"/>
                  <dgm:constr type="h" for="ch" forName="Child3Accent6" refType="h" fact="0.0381"/>
                  <dgm:constr type="r" for="ch" forName="Child3Accent7" refType="w" fact="0"/>
                  <dgm:constr type="t" for="ch" forName="Child3Accent7" refType="h" fact="0"/>
                  <dgm:constr type="w" for="ch" forName="Child3Accent7" refType="w" fact="0"/>
                  <dgm:constr type="h" for="ch" forName="Child3Accent7" refType="h" fact="0"/>
                  <dgm:constr type="r" for="ch" forName="Child4Accent1" refType="w" fact="0.6564"/>
                  <dgm:constr type="t" for="ch" forName="Child4Accent1" refType="h" fact="0.6908"/>
                  <dgm:constr type="w" for="ch" forName="Child4Accent1" refType="w" fact="0.0574"/>
                  <dgm:constr type="h" for="ch" forName="Child4Accent1" refType="h" fact="0.0763"/>
                  <dgm:constr type="r" for="ch" forName="Child4Accent2" refType="w" fact="0.6932"/>
                  <dgm:constr type="t" for="ch" forName="Child4Accent2" refType="h" fact="0.7684"/>
                  <dgm:constr type="w" for="ch" forName="Child4Accent2" refType="w" fact="0.0287"/>
                  <dgm:constr type="h" for="ch" forName="Child4Accent2" refType="h" fact="0.0381"/>
                  <dgm:constr type="r" for="ch" forName="Child4Accent3" refType="w" fact="0.7545"/>
                  <dgm:constr type="t" for="ch" forName="Child4Accent3" refType="h" fact="0.7684"/>
                  <dgm:constr type="w" for="ch" forName="Child4Accent3" refType="w" fact="0.0287"/>
                  <dgm:constr type="h" for="ch" forName="Child4Accent3" refType="h" fact="0.0381"/>
                  <dgm:constr type="r" for="ch" forName="Child4Accent4" refType="w" fact="0.8158"/>
                  <dgm:constr type="t" for="ch" forName="Child4Accent4" refType="h" fact="0.7684"/>
                  <dgm:constr type="w" for="ch" forName="Child4Accent4" refType="w" fact="0.0287"/>
                  <dgm:constr type="h" for="ch" forName="Child4Accent4" refType="h" fact="0.0381"/>
                  <dgm:constr type="r" for="ch" forName="Child4Accent5" refType="w" fact="0.8771"/>
                  <dgm:constr type="t" for="ch" forName="Child4Accent5" refType="h" fact="0.7684"/>
                  <dgm:constr type="w" for="ch" forName="Child4Accent5" refType="w" fact="0.0287"/>
                  <dgm:constr type="h" for="ch" forName="Child4Accent5" refType="h" fact="0.0381"/>
                  <dgm:constr type="r" for="ch" forName="Child4Accent6" refType="w" fact="0.9385"/>
                  <dgm:constr type="t" for="ch" forName="Child4Accent6" refType="h" fact="0.7684"/>
                  <dgm:constr type="w" for="ch" forName="Child4Accent6" refType="w" fact="0.0287"/>
                  <dgm:constr type="h" for="ch" forName="Child4Accent6" refType="h" fact="0.0381"/>
                  <dgm:constr type="r" for="ch" forName="Child4Accent7" refType="w" fact="0.9998"/>
                  <dgm:constr type="t" for="ch" forName="Child4Accent7" refType="h" fact="0.7684"/>
                  <dgm:constr type="w" for="ch" forName="Child4Accent7" refType="w" fact="0.0287"/>
                  <dgm:constr type="h" for="ch" forName="Child4Accent7" refType="h" fact="0.0381"/>
                  <dgm:constr type="r" for="ch" forName="Child4Accent8" refType="w" fact="0"/>
                  <dgm:constr type="t" for="ch" forName="Child4Accent8" refType="h" fact="0"/>
                  <dgm:constr type="w" for="ch" forName="Child4Accent8" refType="w" fact="0"/>
                  <dgm:constr type="h" for="ch" forName="Child4Accent8" refType="h" fact="0"/>
                  <dgm:constr type="r" for="ch" forName="ParentAccent1" refType="w" fact="0.0287"/>
                  <dgm:constr type="t" for="ch" forName="ParentAccent1" refType="h" fact="0.5252"/>
                  <dgm:constr type="w" for="ch" forName="ParentAccent1" refType="w" fact="0.0287"/>
                  <dgm:constr type="h" for="ch" forName="ParentAccent1" refType="h" fact="0.0381"/>
                  <dgm:constr type="r" for="ch" forName="ParentAccent2" refType="w" fact="0.0813"/>
                  <dgm:constr type="t" for="ch" forName="ParentAccent2" refType="h" fact="0.5252"/>
                  <dgm:constr type="w" for="ch" forName="ParentAccent2" refType="w" fact="0.0287"/>
                  <dgm:constr type="h" for="ch" forName="ParentAccent2" refType="h" fact="0.0381"/>
                  <dgm:constr type="r" for="ch" forName="ParentAccent3" refType="w" fact="0.1339"/>
                  <dgm:constr type="t" for="ch" forName="ParentAccent3" refType="h" fact="0.5252"/>
                  <dgm:constr type="w" for="ch" forName="ParentAccent3" refType="w" fact="0.0287"/>
                  <dgm:constr type="h" for="ch" forName="ParentAccent3" refType="h" fact="0.0381"/>
                  <dgm:constr type="r" for="ch" forName="ParentAccent4" refType="w" fact="0.1864"/>
                  <dgm:constr type="t" for="ch" forName="ParentAccent4" refType="h" fact="0.5252"/>
                  <dgm:constr type="w" for="ch" forName="ParentAccent4" refType="w" fact="0.0287"/>
                  <dgm:constr type="h" for="ch" forName="ParentAccent4" refType="h" fact="0.0381"/>
                  <dgm:constr type="r" for="ch" forName="ParentAccent5" refType="w" fact="0.239"/>
                  <dgm:constr type="t" for="ch" forName="ParentAccent5" refType="h" fact="0.5252"/>
                  <dgm:constr type="w" for="ch" forName="ParentAccent5" refType="w" fact="0.0287"/>
                  <dgm:constr type="h" for="ch" forName="ParentAccent5" refType="h" fact="0.0381"/>
                  <dgm:constr type="r" for="ch" forName="ParentAccent6" refType="w" fact="0.3203"/>
                  <dgm:constr type="t" for="ch" forName="ParentAccent6" refType="h" fact="0.5061"/>
                  <dgm:constr type="w" for="ch" forName="ParentAccent6" refType="w" fact="0.0574"/>
                  <dgm:constr type="h" for="ch" forName="ParentAccent6" refType="h" fact="0.0763"/>
                  <dgm:constr type="r" for="ch" forName="ParentAccent7" refType="w" fact="0.0755"/>
                  <dgm:constr type="t" for="ch" forName="ParentAccent7" refType="h" fact="0.4464"/>
                  <dgm:constr type="w" for="ch" forName="ParentAccent7" refType="w" fact="0.0287"/>
                  <dgm:constr type="h" for="ch" forName="ParentAccent7" refType="h" fact="0.0381"/>
                  <dgm:constr type="r" for="ch" forName="ParentAccent8" refType="w" fact="0.0755"/>
                  <dgm:constr type="t" for="ch" forName="ParentAccent8" refType="h" fact="0.6045"/>
                  <dgm:constr type="w" for="ch" forName="ParentAccent8" refType="w" fact="0.0287"/>
                  <dgm:constr type="h" for="ch" forName="ParentAccent8" refType="h" fact="0.0381"/>
                  <dgm:constr type="r" for="ch" forName="ParentAccent9" refType="w" fact="0.0499"/>
                  <dgm:constr type="t" for="ch" forName="ParentAccent9" refType="h" fact="0.4807"/>
                  <dgm:constr type="w" for="ch" forName="ParentAccent9" refType="w" fact="0.0287"/>
                  <dgm:constr type="h" for="ch" forName="ParentAccent9" refType="h" fact="0.0381"/>
                  <dgm:constr type="r" for="ch" forName="ParentAccent10" refType="w" fact="0.0482"/>
                  <dgm:constr type="t" for="ch" forName="ParentAccent10" refType="h" fact="0.5705"/>
                  <dgm:constr type="w" for="ch" forName="ParentAccent10" refType="w" fact="0.0287"/>
                  <dgm:constr type="h" for="ch" forName="ParentAccent10" refType="h" fact="0.0381"/>
                  <dgm:constr type="r" for="ch" forName="Child1Accent1" refType="w" fact="0.5181"/>
                  <dgm:constr type="t" for="ch" forName="Child1Accent1" refType="h" fact="0.2457"/>
                  <dgm:constr type="w" for="ch" forName="Child1Accent1" refType="w" fact="0.0574"/>
                  <dgm:constr type="h" for="ch" forName="Child1Accent1" refType="h" fact="0.0763"/>
                  <dgm:constr type="r" for="ch" forName="Child1Accent2" refType="w" fact="0.5542"/>
                  <dgm:constr type="t" for="ch" forName="Child1Accent2" refType="h" fact="0.2004"/>
                  <dgm:constr type="w" for="ch" forName="Child1Accent2" refType="w" fact="0.0287"/>
                  <dgm:constr type="h" for="ch" forName="Child1Accent2" refType="h" fact="0.0381"/>
                  <dgm:constr type="r" for="ch" forName="Child1Accent3" refType="w" fact="0.5946"/>
                  <dgm:constr type="t" for="ch" forName="Child1Accent3" refType="h" fact="0.1445"/>
                  <dgm:constr type="w" for="ch" forName="Child1Accent3" refType="w" fact="0.0287"/>
                  <dgm:constr type="h" for="ch" forName="Child1Accent3" refType="h" fact="0.0381"/>
                  <dgm:constr type="r" for="ch" forName="Child1Accent4" refType="w" fact="0.6347"/>
                  <dgm:constr type="t" for="ch" forName="Child1Accent4" refType="h" fact="0.097"/>
                  <dgm:constr type="w" for="ch" forName="Child1Accent4" refType="w" fact="0.0287"/>
                  <dgm:constr type="h" for="ch" forName="Child1Accent4" refType="h" fact="0.0381"/>
                  <dgm:constr type="r" for="ch" forName="Child1Accent5" refType="w" fact="0.696"/>
                  <dgm:constr type="t" for="ch" forName="Child1Accent5" refType="h" fact="0.097"/>
                  <dgm:constr type="w" for="ch" forName="Child1Accent5" refType="w" fact="0.0287"/>
                  <dgm:constr type="h" for="ch" forName="Child1Accent5" refType="h" fact="0.0381"/>
                  <dgm:constr type="r" for="ch" forName="Child1Accent6" refType="w" fact="0.7574"/>
                  <dgm:constr type="t" for="ch" forName="Child1Accent6" refType="h" fact="0.097"/>
                  <dgm:constr type="w" for="ch" forName="Child1Accent6" refType="w" fact="0.0287"/>
                  <dgm:constr type="h" for="ch" forName="Child1Accent6" refType="h" fact="0.0381"/>
                  <dgm:constr type="r" for="ch" forName="Child1Accent7" refType="w" fact="0.8187"/>
                  <dgm:constr type="t" for="ch" forName="Child1Accent7" refType="h" fact="0.097"/>
                  <dgm:constr type="w" for="ch" forName="Child1Accent7" refType="w" fact="0.0287"/>
                  <dgm:constr type="h" for="ch" forName="Child1Accent7" refType="h" fact="0.0381"/>
                  <dgm:constr type="r" for="ch" forName="Child1Accent8" refType="w" fact="0.88"/>
                  <dgm:constr type="t" for="ch" forName="Child1Accent8" refType="h" fact="0.097"/>
                  <dgm:constr type="w" for="ch" forName="Child1Accent8" refType="w" fact="0.0287"/>
                  <dgm:constr type="h" for="ch" forName="Child1Accent8" refType="h" fact="0.0381"/>
                  <dgm:constr type="r" for="ch" forName="Child1Accent9" refType="w" fact="0.9413"/>
                  <dgm:constr type="t" for="ch" forName="Child1Accent9" refType="h" fact="0.097"/>
                  <dgm:constr type="w" for="ch" forName="Child1Accent9" refType="w" fact="0.0287"/>
                  <dgm:constr type="h" for="ch" forName="Child1Accent9" refType="h" fact="0.0381"/>
                  <dgm:constr type="r" for="ch" forName="Child5Accent1" refType="w" fact="0.5181"/>
                  <dgm:constr type="t" for="ch" forName="Child5Accent1" refType="h" fact="0.7601"/>
                  <dgm:constr type="w" for="ch" forName="Child5Accent1" refType="w" fact="0.0574"/>
                  <dgm:constr type="h" for="ch" forName="Child5Accent1" refType="h" fact="0.0763"/>
                  <dgm:constr type="r" for="ch" forName="Child5Accent2" refType="w" fact="0.547"/>
                  <dgm:constr type="t" for="ch" forName="Child5Accent2" refType="h" fact="0.8375"/>
                  <dgm:constr type="w" for="ch" forName="Child5Accent2" refType="w" fact="0.0287"/>
                  <dgm:constr type="h" for="ch" forName="Child5Accent2" refType="h" fact="0.0381"/>
                  <dgm:constr type="r" for="ch" forName="Child5Accent3" refType="w" fact="0.5882"/>
                  <dgm:constr type="t" for="ch" forName="Child5Accent3" refType="h" fact="0.8991"/>
                  <dgm:constr type="w" for="ch" forName="Child5Accent3" refType="w" fact="0.0287"/>
                  <dgm:constr type="h" for="ch" forName="Child5Accent3" refType="h" fact="0.0381"/>
                  <dgm:constr type="r" for="ch" forName="Child5Accent4" refType="w" fact="0.6347"/>
                  <dgm:constr type="t" for="ch" forName="Child5Accent4" refType="h" fact="0.9619"/>
                  <dgm:constr type="w" for="ch" forName="Child5Accent4" refType="w" fact="0.0287"/>
                  <dgm:constr type="h" for="ch" forName="Child5Accent4" refType="h" fact="0.0381"/>
                  <dgm:constr type="r" for="ch" forName="Child5Accent5" refType="w" fact="0.696"/>
                  <dgm:constr type="t" for="ch" forName="Child5Accent5" refType="h" fact="0.9619"/>
                  <dgm:constr type="w" for="ch" forName="Child5Accent5" refType="w" fact="0.0287"/>
                  <dgm:constr type="h" for="ch" forName="Child5Accent5" refType="h" fact="0.0381"/>
                  <dgm:constr type="r" for="ch" forName="Child5Accent6" refType="w" fact="0.7574"/>
                  <dgm:constr type="t" for="ch" forName="Child5Accent6" refType="h" fact="0.9619"/>
                  <dgm:constr type="w" for="ch" forName="Child5Accent6" refType="w" fact="0.0287"/>
                  <dgm:constr type="h" for="ch" forName="Child5Accent6" refType="h" fact="0.0381"/>
                  <dgm:constr type="r" for="ch" forName="Child5Accent7" refType="w" fact="0.8187"/>
                  <dgm:constr type="t" for="ch" forName="Child5Accent7" refType="h" fact="0.9619"/>
                  <dgm:constr type="w" for="ch" forName="Child5Accent7" refType="w" fact="0.0287"/>
                  <dgm:constr type="h" for="ch" forName="Child5Accent7" refType="h" fact="0.0381"/>
                  <dgm:constr type="r" for="ch" forName="Child5Accent8" refType="w" fact="0.88"/>
                  <dgm:constr type="t" for="ch" forName="Child5Accent8" refType="h" fact="0.9619"/>
                  <dgm:constr type="w" for="ch" forName="Child5Accent8" refType="w" fact="0.0287"/>
                  <dgm:constr type="h" for="ch" forName="Child5Accent8" refType="h" fact="0.0381"/>
                  <dgm:constr type="r" for="ch" forName="Child5Accent9" refType="w" fact="0.9423"/>
                  <dgm:constr type="t" for="ch" forName="Child5Accent9" refType="h" fact="0.9619"/>
                  <dgm:constr type="w" for="ch" forName="Child5Accent9" refType="w" fact="0.0287"/>
                  <dgm:constr type="h" for="ch" forName="Child5Accent9" refType="h" fact="0.0381"/>
                  <dgm:constr type="r" for="ch" forName="Child5" refType="w" fact="0.9419"/>
                  <dgm:constr type="t" for="ch" forName="Child5" refType="h" fact="0.8635"/>
                  <dgm:constr type="w" for="ch" forName="Child5" refType="w" fact="0.3364"/>
                  <dgm:constr type="h" for="ch" forName="Child5" refType="h" fact="0.0981"/>
                  <dgm:constr type="r" for="ch" forName="Child4" refType="w"/>
                  <dgm:constr type="t" for="ch" forName="Child4" refType="h" fact="0.6701"/>
                  <dgm:constr type="w" for="ch" forName="Child4" refType="w" fact="0.3364"/>
                  <dgm:constr type="h" for="ch" forName="Child4" refType="h" fact="0.0981"/>
                  <dgm:constr type="r" for="ch" forName="Child3" refType="w"/>
                  <dgm:constr type="t" for="ch" forName="Child3" refType="h" fact="0.4276"/>
                  <dgm:constr type="w" for="ch" forName="Child3" refType="w" fact="0.2544"/>
                  <dgm:constr type="h" for="ch" forName="Child3" refType="h" fact="0.0981"/>
                  <dgm:constr type="r" for="ch" forName="Child2" refType="w"/>
                  <dgm:constr type="t" for="ch" forName="Child2" refType="h" fact="0.1798"/>
                  <dgm:constr type="w" for="ch" forName="Child2" refType="w" fact="0.3364"/>
                  <dgm:constr type="h" for="ch" forName="Child2" refType="h" fact="0.0981"/>
                  <dgm:constr type="r" for="ch" forName="Child1" refType="w" fact="0.9419"/>
                  <dgm:constr type="t" for="ch" forName="Child1" refType="h" fact="0"/>
                  <dgm:constr type="w" for="ch" forName="Child1" refType="w" fact="0.3364"/>
                  <dgm:constr type="h" for="ch" forName="Child1" refType="h" fact="0.0981"/>
                  <dgm:constr type="r" for="ch" forName="Parent" refType="w" fact="0.6347"/>
                  <dgm:constr type="t" for="ch" forName="Parent" refType="h" fact="0.3513"/>
                  <dgm:constr type="w" for="ch" forName="Parent" refType="w" fact="0.2906"/>
                  <dgm:constr type="h" for="ch" forName="Parent" refType="h" fact="0.3859"/>
                </dgm:constrLst>
              </dgm:else>
            </dgm:choose>
          </dgm:else>
        </dgm:choose>
        <dgm:layoutNode name="ParentAccent1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ParentAccent2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ParentAccent3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ParentAccent4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ParentAccent5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ParentAccent6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ParentAccent7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ParentAccent8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ParentAccent9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ParentAccent10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Parent" styleLbl="alignNode1">
          <dgm:varLst>
            <dgm:chMax val="5"/>
            <dgm:chPref val="3"/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presOf axis="self" ptType="node"/>
          <dgm:constrLst>
            <dgm:constr type="lMarg" refType="primFontSz" fact="0.1"/>
            <dgm:constr type="rMarg" refType="primFontSz" fact="0.1"/>
            <dgm:constr type="tMarg" refType="primFontSz" fact="0.1"/>
            <dgm:constr type="bMarg" refType="primFontSz" fact="0.1"/>
          </dgm:constrLst>
          <dgm:ruleLst>
            <dgm:rule type="primFontSz" val="5" fact="NaN" max="NaN"/>
          </dgm:ruleLst>
        </dgm:layoutNode>
        <dgm:forEach name="Name21" axis="ch" ptType="node" cnt="1">
          <dgm:layoutNode name="Child1Accent1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1Accent2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1Accent3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1Accent4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1Accent5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1Accent6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1Accent7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1Accent8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1Accent9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1" styleLbl="revTx">
            <dgm:varLst>
              <dgm:chMax/>
              <dgm:chPref val="0"/>
              <dgm:bulletEnabled val="1"/>
            </dgm:varLst>
            <dgm:alg type="tx">
              <dgm:param type="parTxLTRAlign" val="l"/>
              <dgm:param type="txAnchorVert" val="b"/>
              <dgm:param type="txAnchorVertCh" val="b"/>
            </dgm:alg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"/>
              <dgm:constr type="rMarg" refType="primFontSz" fact="0"/>
              <dgm:constr type="tMarg" refType="primFontSz" fact="0"/>
              <dgm:constr type="bMarg" refType="primFontSz" fact="0"/>
            </dgm:constrLst>
            <dgm:ruleLst>
              <dgm:rule type="primFontSz" val="5" fact="NaN" max="NaN"/>
            </dgm:ruleLst>
          </dgm:layoutNode>
        </dgm:forEach>
        <dgm:forEach name="Name22" axis="ch" ptType="node" st="2" cnt="1">
          <dgm:layoutNode name="Child2Accent1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2Accent2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2Accent3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2Accent4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2Accent5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2Accent6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2Accent7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2" styleLbl="revTx">
            <dgm:varLst>
              <dgm:chMax/>
              <dgm:chPref val="0"/>
              <dgm:bulletEnabled val="1"/>
            </dgm:varLst>
            <dgm:alg type="tx">
              <dgm:param type="parTxLTRAlign" val="l"/>
              <dgm:param type="txAnchorVert" val="b"/>
              <dgm:param type="txAnchorVertCh" val="b"/>
            </dgm:alg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"/>
              <dgm:constr type="rMarg" refType="primFontSz" fact="0"/>
              <dgm:constr type="tMarg" refType="primFontSz" fact="0"/>
              <dgm:constr type="bMarg" refType="primFontSz" fact="0"/>
            </dgm:constrLst>
            <dgm:ruleLst>
              <dgm:rule type="primFontSz" val="5" fact="NaN" max="NaN"/>
            </dgm:ruleLst>
          </dgm:layoutNode>
        </dgm:forEach>
        <dgm:forEach name="Name23" axis="ch" ptType="node" st="3" cnt="1">
          <dgm:layoutNode name="Child3Accent1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3Accent2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3Accent3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3Accent4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3Accent5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3Accent6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3Accent7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3" styleLbl="revTx">
            <dgm:varLst>
              <dgm:chMax/>
              <dgm:chPref val="0"/>
              <dgm:bulletEnabled val="1"/>
            </dgm:varLst>
            <dgm:alg type="tx">
              <dgm:param type="parTxLTRAlign" val="l"/>
              <dgm:param type="txAnchorVert" val="b"/>
              <dgm:param type="txAnchorVertCh" val="b"/>
            </dgm:alg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"/>
              <dgm:constr type="rMarg" refType="primFontSz" fact="0"/>
              <dgm:constr type="tMarg" refType="primFontSz" fact="0"/>
              <dgm:constr type="bMarg" refType="primFontSz" fact="0"/>
            </dgm:constrLst>
            <dgm:ruleLst>
              <dgm:rule type="primFontSz" val="5" fact="NaN" max="NaN"/>
            </dgm:ruleLst>
          </dgm:layoutNode>
        </dgm:forEach>
        <dgm:forEach name="Name24" axis="ch" ptType="node" st="4" cnt="1">
          <dgm:layoutNode name="Child4Accent1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4Accent2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4Accent3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4Accent4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4Accent5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4Accent6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4Accent7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4Accent8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4" styleLbl="revTx">
            <dgm:varLst>
              <dgm:chMax/>
              <dgm:chPref val="0"/>
              <dgm:bulletEnabled val="1"/>
            </dgm:varLst>
            <dgm:alg type="tx">
              <dgm:param type="parTxLTRAlign" val="l"/>
              <dgm:param type="txAnchorVert" val="b"/>
              <dgm:param type="txAnchorVertCh" val="b"/>
            </dgm:alg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"/>
              <dgm:constr type="rMarg" refType="primFontSz" fact="0"/>
              <dgm:constr type="tMarg" refType="primFontSz" fact="0"/>
              <dgm:constr type="bMarg" refType="primFontSz" fact="0"/>
            </dgm:constrLst>
            <dgm:ruleLst>
              <dgm:rule type="primFontSz" val="5" fact="NaN" max="NaN"/>
            </dgm:ruleLst>
          </dgm:layoutNode>
        </dgm:forEach>
        <dgm:forEach name="Name25" axis="ch" ptType="node" st="5" cnt="1">
          <dgm:layoutNode name="Child5Accent1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5Accent2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5Accent3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5Accent4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5Accent5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5Accent6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5Accent7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5Accent8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5Accent9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  <dgm:layoutNode name="Child5" styleLbl="revTx">
            <dgm:varLst>
              <dgm:chMax/>
              <dgm:chPref val="0"/>
              <dgm:bulletEnabled val="1"/>
            </dgm:varLst>
            <dgm:alg type="tx">
              <dgm:param type="parTxLTRAlign" val="l"/>
              <dgm:param type="txAnchorVert" val="b"/>
              <dgm:param type="txAnchorVertCh" val="b"/>
            </dgm:alg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"/>
              <dgm:constr type="rMarg" refType="primFontSz" fact="0"/>
              <dgm:constr type="tMarg" refType="primFontSz" fact="0"/>
              <dgm:constr type="bMarg" refType="primFontSz" fact="0"/>
            </dgm:constrLst>
            <dgm:ruleLst>
              <dgm:rule type="primFontSz" val="5" fact="NaN" max="NaN"/>
            </dgm:ruleLst>
          </dgm:layoutNode>
        </dgm:forEach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funnel1#1" minVer="12.0">
  <dgm:title val=""/>
  <dgm:desc val=""/>
  <dgm:catLst>
    <dgm:cat type="relationship" pri="5000"/>
  </dgm:catLst>
  <dgm:sampData>
    <dgm:dataModel>
      <dgm:ptLst>
        <dgm:pt modelId="0" type="doc">
          <dgm:prSet phldr="1"/>
        </dgm:pt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</dgm:varLst>
    <dgm:alg type="composite">
      <dgm:param type="ar" val="1.25"/>
    </dgm:alg>
    <dgm:presOf/>
    <dgm:shape xmlns:r="http://schemas.openxmlformats.org/officeDocument/2006/relationships" r:blip="">
      <dgm:adjLst/>
    </dgm:shape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36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36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36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</dgm:layoutNode>
        <dgm:layoutNode name="rectangle" styleLbl="revTx">
          <dgm:varLst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ruleLst>
            <dgm:rule type="primFontSz" val="2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/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/>
              <dgm:constr type="bMarg"/>
              <dgm:constr type="lMarg"/>
              <dgm:constr type="rMarg"/>
            </dgm:constrLst>
            <dgm:ruleLst>
              <dgm:rule type="primFontSz" val="2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/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/>
              <dgm:constr type="bMarg"/>
              <dgm:constr type="lMarg"/>
              <dgm:constr type="rMarg"/>
            </dgm:constrLst>
            <dgm:ruleLst>
              <dgm:rule type="primFontSz" val="2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/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/>
              <dgm:constr type="bMarg"/>
              <dgm:constr type="lMarg"/>
              <dgm:constr type="rMarg"/>
            </dgm:constrLst>
            <dgm:ruleLst>
              <dgm:rule type="primFontSz" val="2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</dgm:layoutNode>
      </dgm:if>
      <dgm:else name="Name29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Process1">
  <dgm:title val=""/>
  <dgm:desc val=""/>
  <dgm:catLst>
    <dgm:cat type="process" pri="1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1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2"/>
      </dgm:ptLst>
      <dgm:cxnLst>
        <dgm:cxn modelId="3" srcId="0" destId="1" srcOrd="0" destOrd="0"/>
        <dgm:cxn modelId="4" srcId="0" destId="2" srcOrd="0" destOrd="0"/>
        <dgm:cxn modelId="5" srcId="1" destId="11" srcOrd="0" destOrd="0"/>
        <dgm:cxn modelId="6" srcId="2" destId="2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R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header" refType="h"/>
      <dgm:constr type="w" for="des" forName="header" refType="h" refFor="des" refForName="header" op="equ" fact="4"/>
      <dgm:constr type="h" for="des" forName="child" refType="h" refFor="des" refForName="header" op="equ"/>
      <dgm:constr type="w" for="des" forName="child" refType="w" refFor="des" refForName="header" op="equ"/>
      <dgm:constr type="w" for="ch" forName="hSp" refType="w" refFor="des" refForName="header" op="equ" fact="0.14"/>
      <dgm:constr type="h" for="des" forName="parTrans" refType="h" refFor="des" refForName="header" op="equ" fact="0.35"/>
      <dgm:constr type="h" for="des" forName="sibTrans" refType="h" refFor="des" refForName="parTrans" op="equ"/>
      <dgm:constr type="primFontSz" for="des" forName="child" op="equ" val="65"/>
      <dgm:constr type="primFontSz" for="des" forName="header" op="equ" val="65"/>
    </dgm:constrLst>
    <dgm:ruleLst/>
    <dgm:forEach name="Name4" axis="ch" ptType="node">
      <dgm:layoutNode name="vertFlow">
        <dgm:choose name="Name5">
          <dgm:if name="Name6" func="var" arg="dir" op="equ" val="norm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if>
          <dgm:else name="Name7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header" styleLbl="node1"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8" axis="ch" ptType="parTrans" cnt="1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w" refType="h"/>
              <dgm:constr type="connDist"/>
              <dgm:constr type="wArH" refType="h" fact="0.25"/>
              <dgm:constr type="hArH" refType="wArH" fact="2"/>
              <dgm:constr type="stemThick" refType="hArH" fact="0.667"/>
              <dgm:constr type="begPad" refType="connDist" fact="0.25"/>
              <dgm:constr type="endPad" refType="connDist" fact="0.25"/>
            </dgm:constrLst>
            <dgm:ruleLst/>
          </dgm:layoutNode>
        </dgm:forEach>
        <dgm:forEach name="Name9" axis="ch" ptType="node">
          <dgm:layoutNode name="child" styleLbl="alignAccFollowNode1">
            <dgm:varLst>
              <dgm:chMax val="0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  <dgm:forEach name="Name10" axis="followSib" ptType="sibTrans" cnt="1">
            <dgm:layoutNode name="sibTrans" styleLbl="sibTrans2D1">
              <dgm:alg type="conn">
                <dgm:param type="begPts" val="auto"/>
                <dgm:param type="endPts" val="auto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w" refType="h"/>
                <dgm:constr type="connDist"/>
                <dgm:constr type="wArH" refType="h" fact="0.25"/>
                <dgm:constr type="hArH" refType="wArH" fact="2"/>
                <dgm:constr type="stemThick" refType="hArH" fact="0.667"/>
                <dgm:constr type="begPad" refType="w" fact="0.25"/>
                <dgm:constr type="endPad" refType="w" fact="0.25"/>
              </dgm:constrLst>
              <dgm:ruleLst/>
            </dgm:layoutNode>
          </dgm:forEach>
        </dgm:forEach>
      </dgm:layoutNode>
      <dgm:choose name="Name11">
        <dgm:if name="Name12" axis="self" ptType="node" func="revPos" op="gte" val="2">
          <dgm:layoutNode name="h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3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9">
  <dgm:title val=""/>
  <dgm:desc val=""/>
  <dgm:catLst>
    <dgm:cat type="3D" pri="11900"/>
  </dgm:catLst>
  <dgm:scene3d>
    <a:camera prst="perspectiveRelaxed">
      <a:rot lat="19149996" lon="20104178" rev="1577324"/>
    </a:camera>
    <a:lightRig rig="soft" dir="t"/>
    <a:backdrop>
      <a:anchor x="0" y="0" z="-210000"/>
      <a:norm dx="0" dy="0" dz="914400"/>
      <a:up dx="0" dy="914400" dz="0"/>
    </a:backdrop>
  </dgm:scene3d>
  <dgm:styleLbl name="node0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>
      <a:sp3d extrusionH="28000" prstMaterial="matte"/>
    </dgm:txPr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2#10">
  <dgm:title val="Simple 2"/>
  <dgm:desc val="Simple 2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2337" cy="464185"/>
          </a:xfrm>
          <a:prstGeom prst="rect">
            <a:avLst/>
          </a:prstGeom>
        </p:spPr>
        <p:txBody>
          <a:bodyPr vert="horz"/>
          <a:lstStyle/>
          <a:p>
            <a:endParaRPr lang="en-US"/>
          </a:p>
        </p:txBody>
      </p:sp>
      <p:sp>
        <p:nvSpPr>
          <p:cNvPr id="3" name="Rectangle 3"/>
          <p:cNvSpPr>
            <a:spLocks noGrp="1"/>
          </p:cNvSpPr>
          <p:nvPr>
            <p:ph type="dt" sz="quarter" idx="1"/>
          </p:nvPr>
        </p:nvSpPr>
        <p:spPr>
          <a:xfrm>
            <a:off x="3963744" y="0"/>
            <a:ext cx="3032337" cy="464185"/>
          </a:xfrm>
          <a:prstGeom prst="rect">
            <a:avLst/>
          </a:prstGeom>
        </p:spPr>
        <p:txBody>
          <a:bodyPr vert="horz"/>
          <a:lstStyle/>
          <a:p>
            <a:fld id="{3739F75B-3842-4986-B379-A25F65D2E2D9}" type="datetimeFigureOut">
              <a:rPr lang="en-US" smtClean="0"/>
              <a:pPr/>
              <a:t>6/7/2013</a:t>
            </a:fld>
            <a:endParaRPr lang="en-US"/>
          </a:p>
        </p:txBody>
      </p:sp>
      <p:sp>
        <p:nvSpPr>
          <p:cNvPr id="4" name="Rectangle 4"/>
          <p:cNvSpPr>
            <a:spLocks noGrp="1"/>
          </p:cNvSpPr>
          <p:nvPr>
            <p:ph type="ftr" sz="quarter" idx="2"/>
          </p:nvPr>
        </p:nvSpPr>
        <p:spPr>
          <a:xfrm>
            <a:off x="0" y="8817904"/>
            <a:ext cx="3032337" cy="464185"/>
          </a:xfrm>
          <a:prstGeom prst="rect">
            <a:avLst/>
          </a:prstGeom>
        </p:spPr>
        <p:txBody>
          <a:bodyPr vert="horz"/>
          <a:lstStyle/>
          <a:p>
            <a:endParaRPr lang="en-US"/>
          </a:p>
        </p:txBody>
      </p:sp>
      <p:sp>
        <p:nvSpPr>
          <p:cNvPr id="5" name="Rectangle 5"/>
          <p:cNvSpPr>
            <a:spLocks noGrp="1"/>
          </p:cNvSpPr>
          <p:nvPr>
            <p:ph type="sldNum" sz="quarter" idx="3"/>
          </p:nvPr>
        </p:nvSpPr>
        <p:spPr>
          <a:xfrm>
            <a:off x="3963744" y="8817904"/>
            <a:ext cx="3032337" cy="464185"/>
          </a:xfrm>
          <a:prstGeom prst="rect">
            <a:avLst/>
          </a:prstGeom>
        </p:spPr>
        <p:txBody>
          <a:bodyPr vert="horz"/>
          <a:lstStyle/>
          <a:p>
            <a:fld id="{75F11ED1-D598-4A47-B7BF-1BC22F958D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3999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2337" cy="464185"/>
          </a:xfrm>
          <a:prstGeom prst="rect">
            <a:avLst/>
          </a:prstGeom>
        </p:spPr>
        <p:txBody>
          <a:bodyPr vert="horz"/>
          <a:lstStyle/>
          <a:p>
            <a:endParaRPr lang="en-US"/>
          </a:p>
        </p:txBody>
      </p:sp>
      <p:sp>
        <p:nvSpPr>
          <p:cNvPr id="3" name="Rectangle 3"/>
          <p:cNvSpPr>
            <a:spLocks noGrp="1"/>
          </p:cNvSpPr>
          <p:nvPr>
            <p:ph type="dt" idx="1"/>
          </p:nvPr>
        </p:nvSpPr>
        <p:spPr>
          <a:xfrm>
            <a:off x="3963744" y="0"/>
            <a:ext cx="3032337" cy="464185"/>
          </a:xfrm>
          <a:prstGeom prst="rect">
            <a:avLst/>
          </a:prstGeom>
        </p:spPr>
        <p:txBody>
          <a:bodyPr vert="horz"/>
          <a:lstStyle/>
          <a:p>
            <a:fld id="{866387FC-CCBE-45D6-8023-B2729909DF51}" type="datetimeFigureOut">
              <a:rPr lang="en-US" smtClean="0"/>
              <a:pPr/>
              <a:t>6/7/2013</a:t>
            </a:fld>
            <a:endParaRPr lang="en-US"/>
          </a:p>
        </p:txBody>
      </p:sp>
      <p:sp>
        <p:nvSpPr>
          <p:cNvPr id="4" name="Rectangle 4"/>
          <p:cNvSpPr>
            <a:spLocks noGrp="1" noRot="1" noChangeAspect="1"/>
          </p:cNvSpPr>
          <p:nvPr>
            <p:ph type="sldImg" idx="2"/>
          </p:nvPr>
        </p:nvSpPr>
        <p:spPr>
          <a:xfrm>
            <a:off x="1177925" y="696913"/>
            <a:ext cx="4641850" cy="3481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anchor="ctr"/>
          <a:lstStyle/>
          <a:p>
            <a:endParaRPr lang="en-US"/>
          </a:p>
        </p:txBody>
      </p:sp>
      <p:sp>
        <p:nvSpPr>
          <p:cNvPr id="5" name="Rectangle 5"/>
          <p:cNvSpPr>
            <a:spLocks noGrp="1"/>
          </p:cNvSpPr>
          <p:nvPr>
            <p:ph type="body" sz="quarter" idx="3"/>
          </p:nvPr>
        </p:nvSpPr>
        <p:spPr>
          <a:xfrm>
            <a:off x="699770" y="4409758"/>
            <a:ext cx="5598160" cy="4177665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/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Rectangle 6"/>
          <p:cNvSpPr>
            <a:spLocks noGrp="1"/>
          </p:cNvSpPr>
          <p:nvPr>
            <p:ph type="ftr" sz="quarter" idx="4"/>
          </p:nvPr>
        </p:nvSpPr>
        <p:spPr>
          <a:xfrm>
            <a:off x="0" y="8817904"/>
            <a:ext cx="3032337" cy="464185"/>
          </a:xfrm>
          <a:prstGeom prst="rect">
            <a:avLst/>
          </a:prstGeom>
        </p:spPr>
        <p:txBody>
          <a:bodyPr vert="horz"/>
          <a:lstStyle/>
          <a:p>
            <a:endParaRPr lang="en-US"/>
          </a:p>
        </p:txBody>
      </p:sp>
      <p:sp>
        <p:nvSpPr>
          <p:cNvPr id="7" name="Rectangle 7"/>
          <p:cNvSpPr>
            <a:spLocks noGrp="1"/>
          </p:cNvSpPr>
          <p:nvPr>
            <p:ph type="sldNum" sz="quarter" idx="5"/>
          </p:nvPr>
        </p:nvSpPr>
        <p:spPr>
          <a:xfrm>
            <a:off x="3963744" y="8817904"/>
            <a:ext cx="3032337" cy="464185"/>
          </a:xfrm>
          <a:prstGeom prst="rect">
            <a:avLst/>
          </a:prstGeom>
        </p:spPr>
        <p:txBody>
          <a:bodyPr vert="horz"/>
          <a:lstStyle/>
          <a:p>
            <a:fld id="{BE1686F5-D9B0-4B87-9E68-28AD15F2A4F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954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66387FC-CCBE-45D6-8023-B2729909DF51}" type="datetimeFigureOut">
              <a:rPr lang="en-US" smtClean="0"/>
              <a:pPr/>
              <a:t>6/7/2013</a:t>
            </a:fld>
            <a:endParaRPr lang="en-US"/>
          </a:p>
        </p:txBody>
      </p:sp>
      <p:sp>
        <p:nvSpPr>
          <p:cNvPr id="5" name="Rectangl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686F5-D9B0-4B87-9E68-28AD15F2A4F1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7" name="Rectangle 7"/>
          <p:cNvSpPr>
            <a:spLocks noGrp="1"/>
          </p:cNvSpPr>
          <p:nvPr>
            <p:ph type="hdr" sz="quarter" idx="1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66387FC-CCBE-45D6-8023-B2729909DF51}" type="datetimeFigureOut">
              <a:rPr lang="en-US" smtClean="0"/>
              <a:pPr/>
              <a:t>6/7/2013</a:t>
            </a:fld>
            <a:endParaRPr lang="en-US"/>
          </a:p>
        </p:txBody>
      </p:sp>
      <p:sp>
        <p:nvSpPr>
          <p:cNvPr id="5" name="Rectangl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686F5-D9B0-4B87-9E68-28AD15F2A4F1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7" name="Rectangle 7"/>
          <p:cNvSpPr>
            <a:spLocks noGrp="1"/>
          </p:cNvSpPr>
          <p:nvPr>
            <p:ph type="hdr" sz="quarter" idx="1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66387FC-CCBE-45D6-8023-B2729909DF51}" type="datetimeFigureOut">
              <a:rPr lang="en-US" smtClean="0"/>
              <a:pPr/>
              <a:t>6/7/2013</a:t>
            </a:fld>
            <a:endParaRPr lang="en-US"/>
          </a:p>
        </p:txBody>
      </p:sp>
      <p:sp>
        <p:nvSpPr>
          <p:cNvPr id="5" name="Rectangl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686F5-D9B0-4B87-9E68-28AD15F2A4F1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7" name="Rectangle 7"/>
          <p:cNvSpPr>
            <a:spLocks noGrp="1"/>
          </p:cNvSpPr>
          <p:nvPr>
            <p:ph type="hdr" sz="quarter" idx="1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66387FC-CCBE-45D6-8023-B2729909DF51}" type="datetimeFigureOut">
              <a:rPr lang="en-US" smtClean="0"/>
              <a:pPr/>
              <a:t>6/7/2013</a:t>
            </a:fld>
            <a:endParaRPr lang="en-US"/>
          </a:p>
        </p:txBody>
      </p:sp>
      <p:sp>
        <p:nvSpPr>
          <p:cNvPr id="5" name="Rectangl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686F5-D9B0-4B87-9E68-28AD15F2A4F1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7" name="Rectangle 7"/>
          <p:cNvSpPr>
            <a:spLocks noGrp="1"/>
          </p:cNvSpPr>
          <p:nvPr>
            <p:ph type="hdr" sz="quarter" idx="1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66387FC-CCBE-45D6-8023-B2729909DF51}" type="datetimeFigureOut">
              <a:rPr lang="en-US" smtClean="0"/>
              <a:pPr/>
              <a:t>6/7/2013</a:t>
            </a:fld>
            <a:endParaRPr lang="en-US"/>
          </a:p>
        </p:txBody>
      </p:sp>
      <p:sp>
        <p:nvSpPr>
          <p:cNvPr id="5" name="Rectangl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686F5-D9B0-4B87-9E68-28AD15F2A4F1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7" name="Rectangle 7"/>
          <p:cNvSpPr>
            <a:spLocks noGrp="1"/>
          </p:cNvSpPr>
          <p:nvPr>
            <p:ph type="hdr" sz="quarter" idx="1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66387FC-CCBE-45D6-8023-B2729909DF51}" type="datetimeFigureOut">
              <a:rPr lang="en-US" smtClean="0"/>
              <a:pPr/>
              <a:t>6/7/2013</a:t>
            </a:fld>
            <a:endParaRPr lang="en-US"/>
          </a:p>
        </p:txBody>
      </p:sp>
      <p:sp>
        <p:nvSpPr>
          <p:cNvPr id="5" name="Rectangl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686F5-D9B0-4B87-9E68-28AD15F2A4F1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7" name="Rectangle 7"/>
          <p:cNvSpPr>
            <a:spLocks noGrp="1"/>
          </p:cNvSpPr>
          <p:nvPr>
            <p:ph type="hdr" sz="quarter" idx="1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66387FC-CCBE-45D6-8023-B2729909DF51}" type="datetimeFigureOut">
              <a:rPr lang="en-US" smtClean="0"/>
              <a:pPr/>
              <a:t>6/7/2013</a:t>
            </a:fld>
            <a:endParaRPr lang="en-US"/>
          </a:p>
        </p:txBody>
      </p:sp>
      <p:sp>
        <p:nvSpPr>
          <p:cNvPr id="5" name="Rectangl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686F5-D9B0-4B87-9E68-28AD15F2A4F1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7" name="Rectangle 7"/>
          <p:cNvSpPr>
            <a:spLocks noGrp="1"/>
          </p:cNvSpPr>
          <p:nvPr>
            <p:ph type="hdr" sz="quarter" idx="1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Copyright (c) 2013 Chetan Gadgil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7F13AF2-DCC4-4842-96BC-1B9869901C3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Copyright (c) 2013 Chetan Gadgil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C9E71F-78A0-4868-970E-5692D76DECF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sz="1000" dirty="0">
              <a:solidFill>
                <a:schemeClr val="bg2">
                  <a:shade val="50000"/>
                </a:scheme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/>
            <a:r>
              <a:rPr lang="en-US" sz="1000" smtClean="0">
                <a:solidFill>
                  <a:schemeClr val="bg2">
                    <a:shade val="50000"/>
                  </a:schemeClr>
                </a:solidFill>
              </a:rPr>
              <a:t>Copyright (c) 2013 Chetan Gadgil</a:t>
            </a:r>
            <a:endParaRPr lang="en-US" sz="1000" dirty="0">
              <a:solidFill>
                <a:schemeClr val="bg2">
                  <a:shade val="50000"/>
                </a:scheme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7F13AF2-DCC4-4842-96BC-1B9869901C37}" type="slidenum">
              <a:rPr lang="en-US" sz="1000" smtClean="0">
                <a:solidFill>
                  <a:schemeClr val="bg2">
                    <a:shade val="50000"/>
                  </a:schemeClr>
                </a:solidFill>
              </a:rPr>
              <a:pPr/>
              <a:t>‹#›</a:t>
            </a:fld>
            <a:endParaRPr lang="en-US" sz="1000">
              <a:solidFill>
                <a:schemeClr val="bg2">
                  <a:shade val="50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4419600"/>
            <a:ext cx="2667000" cy="45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00400" y="4419600"/>
            <a:ext cx="2667000" cy="45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sz="1000" dirty="0">
              <a:solidFill>
                <a:schemeClr val="bg2">
                  <a:shade val="50000"/>
                </a:scheme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/>
            <a:r>
              <a:rPr lang="en-US" sz="1000" smtClean="0">
                <a:solidFill>
                  <a:schemeClr val="bg2">
                    <a:shade val="50000"/>
                  </a:schemeClr>
                </a:solidFill>
              </a:rPr>
              <a:t>Copyright (c) 2013 Chetan Gadgil</a:t>
            </a:r>
            <a:endParaRPr lang="en-US" sz="1000" dirty="0">
              <a:solidFill>
                <a:schemeClr val="bg2">
                  <a:shade val="50000"/>
                </a:scheme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7F13AF2-DCC4-4842-96BC-1B9869901C37}" type="slidenum">
              <a:rPr lang="en-US" sz="1000" smtClean="0">
                <a:solidFill>
                  <a:schemeClr val="bg2">
                    <a:shade val="50000"/>
                  </a:schemeClr>
                </a:solidFill>
              </a:rPr>
              <a:pPr/>
              <a:t>‹#›</a:t>
            </a:fld>
            <a:endParaRPr lang="en-US" sz="1000">
              <a:solidFill>
                <a:schemeClr val="bg2">
                  <a:shade val="50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sz="1000" dirty="0">
              <a:solidFill>
                <a:schemeClr val="bg2">
                  <a:shade val="50000"/>
                </a:scheme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/>
            <a:r>
              <a:rPr lang="en-US" sz="1000" smtClean="0">
                <a:solidFill>
                  <a:schemeClr val="bg2">
                    <a:shade val="50000"/>
                  </a:schemeClr>
                </a:solidFill>
              </a:rPr>
              <a:t>Copyright (c) 2013 Chetan Gadgil</a:t>
            </a:r>
            <a:endParaRPr lang="en-US" sz="1000" dirty="0">
              <a:solidFill>
                <a:schemeClr val="bg2">
                  <a:shade val="50000"/>
                </a:scheme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7F13AF2-DCC4-4842-96BC-1B9869901C37}" type="slidenum">
              <a:rPr lang="en-US" sz="1000" smtClean="0">
                <a:solidFill>
                  <a:schemeClr val="bg2">
                    <a:shade val="50000"/>
                  </a:schemeClr>
                </a:solidFill>
              </a:rPr>
              <a:pPr/>
              <a:t>‹#›</a:t>
            </a:fld>
            <a:endParaRPr lang="en-US" sz="1000">
              <a:solidFill>
                <a:schemeClr val="bg2">
                  <a:shade val="50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Copyright (c) 2013 Chetan Gadgil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C9E71F-78A0-4868-970E-5692D76DECF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Copyright (c) 2013 Chetan Gadgil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C9E71F-78A0-4868-970E-5692D76DECF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sz="1000" dirty="0">
              <a:solidFill>
                <a:schemeClr val="bg2">
                  <a:shade val="50000"/>
                </a:scheme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/>
            <a:r>
              <a:rPr lang="en-US" sz="1000" smtClean="0">
                <a:solidFill>
                  <a:schemeClr val="bg2">
                    <a:shade val="50000"/>
                  </a:schemeClr>
                </a:solidFill>
              </a:rPr>
              <a:t>Copyright (c) 2013 Chetan Gadgil</a:t>
            </a:r>
            <a:endParaRPr lang="en-US" sz="1000" dirty="0">
              <a:solidFill>
                <a:schemeClr val="bg2">
                  <a:shade val="50000"/>
                </a:scheme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7F13AF2-DCC4-4842-96BC-1B9869901C37}" type="slidenum">
              <a:rPr lang="en-US" sz="1000" smtClean="0">
                <a:solidFill>
                  <a:schemeClr val="bg2">
                    <a:shade val="50000"/>
                  </a:schemeClr>
                </a:solidFill>
              </a:rPr>
              <a:pPr/>
              <a:t>‹#›</a:t>
            </a:fld>
            <a:endParaRPr lang="en-US" sz="1000">
              <a:solidFill>
                <a:schemeClr val="bg2">
                  <a:shade val="50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MY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sz="1000" dirty="0">
              <a:solidFill>
                <a:schemeClr val="bg2">
                  <a:shade val="50000"/>
                </a:scheme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/>
            <a:r>
              <a:rPr lang="en-US" sz="1000" smtClean="0">
                <a:solidFill>
                  <a:schemeClr val="bg2">
                    <a:shade val="50000"/>
                  </a:schemeClr>
                </a:solidFill>
              </a:rPr>
              <a:t>Copyright (c) 2013 Chetan Gadgil</a:t>
            </a:r>
            <a:endParaRPr lang="en-US" sz="1000" dirty="0">
              <a:solidFill>
                <a:schemeClr val="bg2">
                  <a:shade val="50000"/>
                </a:scheme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7F13AF2-DCC4-4842-96BC-1B9869901C37}" type="slidenum">
              <a:rPr lang="en-US" sz="1000" smtClean="0">
                <a:solidFill>
                  <a:schemeClr val="bg2">
                    <a:shade val="50000"/>
                  </a:schemeClr>
                </a:solidFill>
              </a:rPr>
              <a:pPr/>
              <a:t>‹#›</a:t>
            </a:fld>
            <a:endParaRPr lang="en-US" sz="1000">
              <a:solidFill>
                <a:schemeClr val="bg2">
                  <a:shade val="50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sz="1000" dirty="0">
              <a:solidFill>
                <a:schemeClr val="bg2">
                  <a:shade val="50000"/>
                </a:scheme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/>
            <a:r>
              <a:rPr lang="en-US" sz="1000" smtClean="0">
                <a:solidFill>
                  <a:schemeClr val="bg2">
                    <a:shade val="50000"/>
                  </a:schemeClr>
                </a:solidFill>
              </a:rPr>
              <a:t>Copyright (c) 2013 Chetan Gadgil</a:t>
            </a:r>
            <a:endParaRPr lang="en-US" sz="1000" dirty="0">
              <a:solidFill>
                <a:schemeClr val="bg2">
                  <a:shade val="50000"/>
                </a:scheme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7F13AF2-DCC4-4842-96BC-1B9869901C37}" type="slidenum">
              <a:rPr lang="en-US" sz="1000" smtClean="0">
                <a:solidFill>
                  <a:schemeClr val="bg2">
                    <a:shade val="50000"/>
                  </a:schemeClr>
                </a:solidFill>
              </a:rPr>
              <a:pPr/>
              <a:t>‹#›</a:t>
            </a:fld>
            <a:endParaRPr lang="en-US" sz="1000">
              <a:solidFill>
                <a:schemeClr val="bg2">
                  <a:shade val="50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10350" y="4419600"/>
            <a:ext cx="2076450" cy="18288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4419600"/>
            <a:ext cx="6076950" cy="18288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endParaRPr lang="en-US" sz="1000" dirty="0">
              <a:solidFill>
                <a:schemeClr val="bg2">
                  <a:shade val="50000"/>
                </a:scheme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l"/>
            <a:r>
              <a:rPr lang="en-US" sz="1000" smtClean="0">
                <a:solidFill>
                  <a:schemeClr val="bg2">
                    <a:shade val="50000"/>
                  </a:schemeClr>
                </a:solidFill>
              </a:rPr>
              <a:t>Copyright (c) 2013 Chetan Gadgil</a:t>
            </a:r>
            <a:endParaRPr lang="en-US" sz="1000" dirty="0">
              <a:solidFill>
                <a:schemeClr val="bg2">
                  <a:shade val="50000"/>
                </a:scheme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7F13AF2-DCC4-4842-96BC-1B9869901C37}" type="slidenum">
              <a:rPr lang="en-US" sz="1000" smtClean="0">
                <a:solidFill>
                  <a:schemeClr val="bg2">
                    <a:shade val="50000"/>
                  </a:schemeClr>
                </a:solidFill>
              </a:rPr>
              <a:pPr/>
              <a:t>‹#›</a:t>
            </a:fld>
            <a:endParaRPr lang="en-US" sz="1000">
              <a:solidFill>
                <a:schemeClr val="bg2">
                  <a:shade val="50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MY" smtClean="0"/>
              <a:t>Copyright (c) 2013 Chetan Gadgil</a:t>
            </a:r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0E0B0D-57F8-4082-A30E-8C5B8854C983}" type="slidenum">
              <a:rPr lang="en-MY"/>
              <a:pPr/>
              <a:t>‹#›</a:t>
            </a:fld>
            <a:endParaRPr lang="en-MY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MY" smtClean="0"/>
              <a:t>Copyright (c) 2013 Chetan Gadgil</a:t>
            </a:r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C12B96-0F8B-4976-BAA4-4CE39B214DA1}" type="slidenum">
              <a:rPr lang="en-MY"/>
              <a:pPr/>
              <a:t>‹#›</a:t>
            </a:fld>
            <a:endParaRPr lang="en-MY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MY" smtClean="0"/>
              <a:t>Copyright (c) 2013 Chetan Gadgil</a:t>
            </a:r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C5702C2-321A-4C97-A237-611755A129EC}" type="slidenum">
              <a:rPr lang="en-MY"/>
              <a:pPr/>
              <a:t>‹#›</a:t>
            </a:fld>
            <a:endParaRPr lang="en-MY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828800"/>
            <a:ext cx="3543300" cy="4343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00500" y="1828800"/>
            <a:ext cx="3543300" cy="4343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MY" smtClean="0"/>
              <a:t>Copyright (c) 2013 Chetan Gadgil</a:t>
            </a:r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FA673D-CF4F-4077-9602-53780D36015E}" type="slidenum">
              <a:rPr lang="en-MY"/>
              <a:pPr/>
              <a:t>‹#›</a:t>
            </a:fld>
            <a:endParaRPr lang="en-MY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MY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MY" smtClean="0"/>
              <a:t>Copyright (c) 2013 Chetan Gadgil</a:t>
            </a:r>
            <a:endParaRPr lang="en-MY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94C75C-EFDE-4EF7-A680-68CA03080A9E}" type="slidenum">
              <a:rPr lang="en-MY"/>
              <a:pPr/>
              <a:t>‹#›</a:t>
            </a:fld>
            <a:endParaRPr lang="en-MY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M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MY" smtClean="0"/>
              <a:t>Copyright (c) 2013 Chetan Gadgil</a:t>
            </a:r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8C17ED-096B-49D6-B6A7-D129490E5333}" type="slidenum">
              <a:rPr lang="en-MY"/>
              <a:pPr/>
              <a:t>‹#›</a:t>
            </a:fld>
            <a:endParaRPr lang="en-MY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MY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MY" smtClean="0"/>
              <a:t>Copyright (c) 2013 Chetan Gadgil</a:t>
            </a:r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74F723-1311-4FDD-8C1E-C43613F41685}" type="slidenum">
              <a:rPr lang="en-MY"/>
              <a:pPr/>
              <a:t>‹#›</a:t>
            </a:fld>
            <a:endParaRPr lang="en-MY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MY" smtClean="0"/>
              <a:t>Copyright (c) 2013 Chetan Gadgil</a:t>
            </a:r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53E7CA-1459-41BD-A4E9-28C4F8A00092}" type="slidenum">
              <a:rPr lang="en-MY"/>
              <a:pPr/>
              <a:t>‹#›</a:t>
            </a:fld>
            <a:endParaRPr lang="en-MY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MY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MY" smtClean="0"/>
              <a:t>Copyright (c) 2013 Chetan Gadgil</a:t>
            </a:r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9ACE3B-5F14-400C-B1E9-7AA5A3EECB47}" type="slidenum">
              <a:rPr lang="en-MY"/>
              <a:pPr/>
              <a:t>‹#›</a:t>
            </a:fld>
            <a:endParaRPr lang="en-MY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MY" smtClean="0"/>
              <a:t>Copyright (c) 2013 Chetan Gadgil</a:t>
            </a:r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BAC7E92-9EC1-4BBD-AF03-238AA095AC4F}" type="slidenum">
              <a:rPr lang="en-MY"/>
              <a:pPr/>
              <a:t>‹#›</a:t>
            </a:fld>
            <a:endParaRPr lang="en-MY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734050" y="685800"/>
            <a:ext cx="180975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685800"/>
            <a:ext cx="527685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MY" smtClean="0"/>
              <a:t>Copyright (c) 2013 Chetan Gadgil</a:t>
            </a:r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6E603E8-EF5F-43B7-B258-4F031439864B}" type="slidenum">
              <a:rPr lang="en-MY"/>
              <a:pPr/>
              <a:t>‹#›</a:t>
            </a:fld>
            <a:endParaRPr lang="en-MY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MY" smtClean="0"/>
              <a:t>Copyright (c) 2013 Chetan Gadgil</a:t>
            </a:r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4A50518-EDAB-49D9-8595-63B284436BF3}" type="slidenum">
              <a:rPr lang="en-MY"/>
              <a:pPr/>
              <a:t>‹#›</a:t>
            </a:fld>
            <a:endParaRPr lang="en-MY"/>
          </a:p>
        </p:txBody>
      </p:sp>
    </p:spTree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MY" smtClean="0"/>
              <a:t>Copyright (c) 2013 Chetan Gadgil</a:t>
            </a:r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1856A0-B684-4ABE-A3B9-F47B83AA1239}" type="slidenum">
              <a:rPr lang="en-MY"/>
              <a:pPr/>
              <a:t>‹#›</a:t>
            </a:fld>
            <a:endParaRPr lang="en-MY"/>
          </a:p>
        </p:txBody>
      </p:sp>
    </p:spTree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MY" smtClean="0"/>
              <a:t>Copyright (c) 2013 Chetan Gadgil</a:t>
            </a:r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CB756CA-9A27-4B7D-B759-82F0069E78C5}" type="slidenum">
              <a:rPr lang="en-MY"/>
              <a:pPr/>
              <a:t>‹#›</a:t>
            </a:fld>
            <a:endParaRPr lang="en-MY"/>
          </a:p>
        </p:txBody>
      </p:sp>
    </p:spTree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828800"/>
            <a:ext cx="3543300" cy="4343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00500" y="1828800"/>
            <a:ext cx="3543300" cy="4343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MY" smtClean="0"/>
              <a:t>Copyright (c) 2013 Chetan Gadgil</a:t>
            </a:r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165826-6B5C-4E18-B4E8-5A60BAC5685E}" type="slidenum">
              <a:rPr lang="en-MY"/>
              <a:pPr/>
              <a:t>‹#›</a:t>
            </a:fld>
            <a:endParaRPr lang="en-MY"/>
          </a:p>
        </p:txBody>
      </p:sp>
    </p:spTree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MY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MY" smtClean="0"/>
              <a:t>Copyright (c) 2013 Chetan Gadgil</a:t>
            </a:r>
            <a:endParaRPr lang="en-MY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49553CF-0F14-4B63-BA3D-012E806508C3}" type="slidenum">
              <a:rPr lang="en-MY"/>
              <a:pPr/>
              <a:t>‹#›</a:t>
            </a:fld>
            <a:endParaRPr lang="en-MY"/>
          </a:p>
        </p:txBody>
      </p:sp>
    </p:spTree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M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MY" smtClean="0"/>
              <a:t>Copyright (c) 2013 Chetan Gadgil</a:t>
            </a:r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26E5C9-7303-4DC2-B31E-03922F569AB9}" type="slidenum">
              <a:rPr lang="en-MY"/>
              <a:pPr/>
              <a:t>‹#›</a:t>
            </a:fld>
            <a:endParaRPr lang="en-MY"/>
          </a:p>
        </p:txBody>
      </p:sp>
    </p:spTree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MY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MY" smtClean="0"/>
              <a:t>Copyright (c) 2013 Chetan Gadgil</a:t>
            </a:r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D53A0B-865D-48FA-B04B-45D97322B9C0}" type="slidenum">
              <a:rPr lang="en-MY"/>
              <a:pPr/>
              <a:t>‹#›</a:t>
            </a:fld>
            <a:endParaRPr lang="en-MY"/>
          </a:p>
        </p:txBody>
      </p:sp>
    </p:spTree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MY" smtClean="0"/>
              <a:t>Copyright (c) 2013 Chetan Gadgil</a:t>
            </a:r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5DA9D6-1F91-4755-B822-3100B6970EBE}" type="slidenum">
              <a:rPr lang="en-MY"/>
              <a:pPr/>
              <a:t>‹#›</a:t>
            </a:fld>
            <a:endParaRPr lang="en-MY"/>
          </a:p>
        </p:txBody>
      </p:sp>
    </p:spTree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MY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MY" smtClean="0"/>
              <a:t>Copyright (c) 2013 Chetan Gadgil</a:t>
            </a:r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E1B4FA-9352-4F99-86AF-29338CF6315F}" type="slidenum">
              <a:rPr lang="en-MY"/>
              <a:pPr/>
              <a:t>‹#›</a:t>
            </a:fld>
            <a:endParaRPr lang="en-MY"/>
          </a:p>
        </p:txBody>
      </p:sp>
    </p:spTree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MY" smtClean="0"/>
              <a:t>Copyright (c) 2013 Chetan Gadgil</a:t>
            </a:r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2F553D-554B-4BD7-BD22-3C569B531BBF}" type="slidenum">
              <a:rPr lang="en-MY"/>
              <a:pPr/>
              <a:t>‹#›</a:t>
            </a:fld>
            <a:endParaRPr lang="en-MY"/>
          </a:p>
        </p:txBody>
      </p:sp>
    </p:spTree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734050" y="685800"/>
            <a:ext cx="180975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685800"/>
            <a:ext cx="527685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MY" smtClean="0"/>
              <a:t>Copyright (c) 2013 Chetan Gadgil</a:t>
            </a:r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E2D851C-F797-4639-A236-D45E4522419E}" type="slidenum">
              <a:rPr lang="en-MY"/>
              <a:pPr/>
              <a:t>‹#›</a:t>
            </a:fld>
            <a:endParaRPr lang="en-MY"/>
          </a:p>
        </p:txBody>
      </p:sp>
    </p:spTree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MY" smtClean="0"/>
              <a:t>Copyright (c) 2013 Chetan Gadgil</a:t>
            </a:r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42522D-240E-4A4B-A439-F1959C9BA75C}" type="slidenum">
              <a:rPr lang="en-MY"/>
              <a:pPr/>
              <a:t>‹#›</a:t>
            </a:fld>
            <a:endParaRPr lang="en-MY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MY" smtClean="0"/>
              <a:t>Copyright (c) 2013 Chetan Gadgil</a:t>
            </a:r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67D5E6-BE40-49DF-9411-62F59E255471}" type="slidenum">
              <a:rPr lang="en-MY"/>
              <a:pPr/>
              <a:t>‹#›</a:t>
            </a:fld>
            <a:endParaRPr lang="en-MY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MY" smtClean="0"/>
              <a:t>Copyright (c) 2013 Chetan Gadgil</a:t>
            </a:r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4706C1-06F9-4020-8DAC-D0A46E064B74}" type="slidenum">
              <a:rPr lang="en-MY"/>
              <a:pPr/>
              <a:t>‹#›</a:t>
            </a:fld>
            <a:endParaRPr lang="en-MY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MY" smtClean="0"/>
              <a:t>Copyright (c) 2013 Chetan Gadgil</a:t>
            </a:r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7DCF32-2C6B-4AA9-9C03-BB15C3684174}" type="slidenum">
              <a:rPr lang="en-MY"/>
              <a:pPr/>
              <a:t>‹#›</a:t>
            </a:fld>
            <a:endParaRPr lang="en-MY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MY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MY" smtClean="0"/>
              <a:t>Copyright (c) 2013 Chetan Gadgil</a:t>
            </a:r>
            <a:endParaRPr lang="en-MY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1EC3B8-FDF9-4509-89B6-E29A035D92C5}" type="slidenum">
              <a:rPr lang="en-MY"/>
              <a:pPr/>
              <a:t>‹#›</a:t>
            </a:fld>
            <a:endParaRPr lang="en-MY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M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MY" smtClean="0"/>
              <a:t>Copyright (c) 2013 Chetan Gadgil</a:t>
            </a:r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7413FA-9E41-4DD8-B173-4E2D88ADB6C8}" type="slidenum">
              <a:rPr lang="en-MY"/>
              <a:pPr/>
              <a:t>‹#›</a:t>
            </a:fld>
            <a:endParaRPr lang="en-MY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MY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MY" smtClean="0"/>
              <a:t>Copyright (c) 2013 Chetan Gadgil</a:t>
            </a:r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45AB19-A8A5-417B-A5CC-31F873232FDD}" type="slidenum">
              <a:rPr lang="en-MY"/>
              <a:pPr/>
              <a:t>‹#›</a:t>
            </a:fld>
            <a:endParaRPr lang="en-MY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MY" smtClean="0"/>
              <a:t>Copyright (c) 2013 Chetan Gadgil</a:t>
            </a:r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0ECCAA-5275-447D-A0FD-542C64571A94}" type="slidenum">
              <a:rPr lang="en-MY"/>
              <a:pPr/>
              <a:t>‹#›</a:t>
            </a:fld>
            <a:endParaRPr lang="en-MY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MY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MY" smtClean="0"/>
              <a:t>Copyright (c) 2013 Chetan Gadgil</a:t>
            </a:r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EA4AD1-3C2F-4746-825C-3A7BC7A5C529}" type="slidenum">
              <a:rPr lang="en-MY"/>
              <a:pPr/>
              <a:t>‹#›</a:t>
            </a:fld>
            <a:endParaRPr lang="en-MY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MY" smtClean="0"/>
              <a:t>Copyright (c) 2013 Chetan Gadgil</a:t>
            </a:r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ED5CA4-83C3-486B-B378-5A7D740C1C60}" type="slidenum">
              <a:rPr lang="en-MY"/>
              <a:pPr/>
              <a:t>‹#›</a:t>
            </a:fld>
            <a:endParaRPr lang="en-MY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600200"/>
            <a:ext cx="2057400" cy="452596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6019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MY" smtClean="0"/>
              <a:t>Copyright (c) 2013 Chetan Gadgil</a:t>
            </a:r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A2158B8-165C-4AD9-BB09-2E65AB856BFD}" type="slidenum">
              <a:rPr lang="en-MY"/>
              <a:pPr/>
              <a:t>‹#›</a:t>
            </a:fld>
            <a:endParaRPr lang="en-MY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jnsch\Desktop\O14ThemesHandoffs\WorkingFiles\FinalHanoff\Sketchbook\Cover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lum bright="2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grpSp>
        <p:nvGrpSpPr>
          <p:cNvPr id="16" name="Group 15"/>
          <p:cNvGrpSpPr/>
          <p:nvPr/>
        </p:nvGrpSpPr>
        <p:grpSpPr>
          <a:xfrm rot="20533676">
            <a:off x="618027" y="3923015"/>
            <a:ext cx="2508736" cy="2527488"/>
            <a:chOff x="494947" y="417279"/>
            <a:chExt cx="2417578" cy="2421351"/>
          </a:xfrm>
        </p:grpSpPr>
        <p:sp>
          <p:nvSpPr>
            <p:cNvPr id="12" name="Freeform 11"/>
            <p:cNvSpPr/>
            <p:nvPr/>
          </p:nvSpPr>
          <p:spPr>
            <a:xfrm>
              <a:off x="494947" y="494484"/>
              <a:ext cx="2328384" cy="2344146"/>
            </a:xfrm>
            <a:custGeom>
              <a:avLst/>
              <a:gdLst>
                <a:gd name="connsiteX0" fmla="*/ 94077 w 2328384"/>
                <a:gd name="connsiteY0" fmla="*/ 0 h 2344146"/>
                <a:gd name="connsiteX1" fmla="*/ 0 w 2328384"/>
                <a:gd name="connsiteY1" fmla="*/ 2344146 h 2344146"/>
                <a:gd name="connsiteX2" fmla="*/ 2328384 w 2328384"/>
                <a:gd name="connsiteY2" fmla="*/ 2250067 h 2344146"/>
                <a:gd name="connsiteX3" fmla="*/ 94077 w 2328384"/>
                <a:gd name="connsiteY3" fmla="*/ 0 h 2344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28384" h="2344146">
                  <a:moveTo>
                    <a:pt x="94077" y="0"/>
                  </a:moveTo>
                  <a:lnTo>
                    <a:pt x="0" y="2344146"/>
                  </a:lnTo>
                  <a:lnTo>
                    <a:pt x="2328384" y="2250067"/>
                  </a:lnTo>
                  <a:lnTo>
                    <a:pt x="94077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100">
                    <a:alpha val="31000"/>
                  </a:srgbClr>
                </a:gs>
                <a:gs pos="49000">
                  <a:srgbClr val="FEFFFF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  <a:effectLst>
              <a:outerShdw blurRad="50800" dist="12700" dir="5400000" rotWithShape="0">
                <a:srgbClr val="000000">
                  <a:alpha val="37000"/>
                </a:srgbClr>
              </a:outerShdw>
              <a:softEdge rad="3810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90935" y="417279"/>
              <a:ext cx="2321590" cy="2321590"/>
            </a:xfrm>
            <a:prstGeom prst="rect">
              <a:avLst/>
            </a:prstGeom>
            <a:gradFill flip="none" rotWithShape="1">
              <a:gsLst>
                <a:gs pos="0">
                  <a:srgbClr val="FAE148"/>
                </a:gs>
                <a:gs pos="100000">
                  <a:srgbClr val="FFEB63"/>
                </a:gs>
              </a:gsLst>
              <a:lin ang="16200000" scaled="0"/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4" name="Picture 13" descr="stickie-shadow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4456" y="436040"/>
              <a:ext cx="404704" cy="461174"/>
            </a:xfrm>
            <a:prstGeom prst="rect">
              <a:avLst/>
            </a:prstGeom>
          </p:spPr>
        </p:pic>
        <p:pic>
          <p:nvPicPr>
            <p:cNvPr id="15" name="Picture 14" descr="stickie-shadow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6200000">
              <a:off x="637932" y="2282410"/>
              <a:ext cx="404704" cy="461174"/>
            </a:xfrm>
            <a:prstGeom prst="rect">
              <a:avLst/>
            </a:prstGeom>
          </p:spPr>
        </p:pic>
      </p:grpSp>
      <p:pic>
        <p:nvPicPr>
          <p:cNvPr id="8" name="Picture 7" descr="TitleC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343346">
            <a:off x="2856203" y="2587842"/>
            <a:ext cx="5773084" cy="385081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360000">
            <a:off x="3339809" y="3015792"/>
            <a:ext cx="4847038" cy="1599722"/>
          </a:xfrm>
        </p:spPr>
        <p:txBody>
          <a:bodyPr anchor="b"/>
          <a:lstStyle>
            <a:lvl1pPr>
              <a:defRPr sz="4800">
                <a:solidFill>
                  <a:srgbClr val="000100"/>
                </a:solidFill>
                <a:effectLst>
                  <a:outerShdw blurRad="63500" sx="102000" sy="102000" algn="ctr" rotWithShape="0">
                    <a:srgbClr val="FFFFFF">
                      <a:alpha val="40000"/>
                    </a:srgb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360000">
            <a:off x="3200499" y="4766916"/>
            <a:ext cx="4836456" cy="1040845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00010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0520000">
            <a:off x="963292" y="5061539"/>
            <a:ext cx="1968535" cy="534991"/>
          </a:xfrm>
        </p:spPr>
        <p:txBody>
          <a:bodyPr anchor="t"/>
          <a:lstStyle>
            <a:lvl1pPr algn="ctr">
              <a:defRPr sz="2200">
                <a:solidFill>
                  <a:schemeClr val="accent1"/>
                </a:solidFill>
              </a:defRPr>
            </a:lvl1pPr>
          </a:lstStyle>
          <a:p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0520000">
            <a:off x="647592" y="4135346"/>
            <a:ext cx="2085881" cy="835010"/>
          </a:xfrm>
        </p:spPr>
        <p:txBody>
          <a:bodyPr anchor="ctr"/>
          <a:lstStyle>
            <a:lvl1pPr algn="l">
              <a:defRPr sz="1600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r>
              <a:rPr lang="en-MY" smtClean="0"/>
              <a:t>Copyright (c) 2013 Chetan Gadgil</a:t>
            </a:r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0520000">
            <a:off x="1981439" y="5509808"/>
            <a:ext cx="738180" cy="426607"/>
          </a:xfrm>
        </p:spPr>
        <p:txBody>
          <a:bodyPr/>
          <a:lstStyle>
            <a:lvl1pPr algn="r"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B442522D-240E-4A4B-A439-F1959C9BA75C}" type="slidenum">
              <a:rPr lang="en-MY" smtClean="0"/>
              <a:pPr/>
              <a:t>‹#›</a:t>
            </a:fld>
            <a:endParaRPr lang="en-MY"/>
          </a:p>
        </p:txBody>
      </p:sp>
      <p:pic>
        <p:nvPicPr>
          <p:cNvPr id="9" name="Picture 8" descr="coverBa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880100"/>
            <a:ext cx="9144000" cy="330200"/>
          </a:xfrm>
          <a:prstGeom prst="rect">
            <a:avLst/>
          </a:prstGeom>
          <a:effectLst>
            <a:outerShdw blurRad="63500" dist="38100" dir="5400000" algn="t" rotWithShape="0">
              <a:prstClr val="black">
                <a:alpha val="59000"/>
              </a:prstClr>
            </a:outerShdw>
          </a:effectLst>
        </p:spPr>
      </p:pic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MY" smtClean="0"/>
              <a:t>Copyright (c) 2013 Chetan Gadgil</a:t>
            </a:r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7D5E6-BE40-49DF-9411-62F59E255471}" type="slidenum">
              <a:rPr lang="en-MY" smtClean="0"/>
              <a:pPr/>
              <a:t>‹#›</a:t>
            </a:fld>
            <a:endParaRPr lang="en-MY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280" y="1497993"/>
            <a:ext cx="8041439" cy="2097259"/>
          </a:xfrm>
        </p:spPr>
        <p:txBody>
          <a:bodyPr anchor="b"/>
          <a:lstStyle>
            <a:lvl1pPr algn="ctr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199" y="3754402"/>
            <a:ext cx="7467601" cy="15001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MY" smtClean="0"/>
              <a:t>Copyright (c) 2013 Chetan Gadgil</a:t>
            </a:r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706C1-06F9-4020-8DAC-D0A46E064B74}" type="slidenum">
              <a:rPr lang="en-MY" smtClean="0"/>
              <a:pPr/>
              <a:t>‹#›</a:t>
            </a:fld>
            <a:endParaRPr lang="en-MY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MY" smtClean="0"/>
              <a:t>Copyright (c) 2013 Chetan Gadgil</a:t>
            </a:r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DCF32-2C6B-4AA9-9C03-BB15C3684174}" type="slidenum">
              <a:rPr lang="en-MY" smtClean="0"/>
              <a:pPr/>
              <a:t>‹#›</a:t>
            </a:fld>
            <a:endParaRPr lang="en-MY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841248" y="2039112"/>
            <a:ext cx="3657600" cy="395020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039112"/>
            <a:ext cx="3657600" cy="395020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1248" y="2038388"/>
            <a:ext cx="3017520" cy="5423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n-lt"/>
                <a:cs typeface="Bradley Hand ITC TT-Bold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91091" y="2038387"/>
            <a:ext cx="3014708" cy="5423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n-lt"/>
                <a:cs typeface="Bradley Hand ITC TT-Bold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MY" smtClean="0"/>
              <a:t>Copyright (c) 2013 Chetan Gadgil</a:t>
            </a:r>
            <a:endParaRPr lang="en-MY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EC3B8-FDF9-4509-89B6-E29A035D92C5}" type="slidenum">
              <a:rPr lang="en-MY" smtClean="0"/>
              <a:pPr/>
              <a:t>‹#›</a:t>
            </a:fld>
            <a:endParaRPr lang="en-MY"/>
          </a:p>
        </p:txBody>
      </p:sp>
      <p:sp>
        <p:nvSpPr>
          <p:cNvPr id="16" name="Freeform 22"/>
          <p:cNvSpPr>
            <a:spLocks/>
          </p:cNvSpPr>
          <p:nvPr/>
        </p:nvSpPr>
        <p:spPr bwMode="auto">
          <a:xfrm rot="20274567">
            <a:off x="3933637" y="4281002"/>
            <a:ext cx="1288495" cy="722529"/>
          </a:xfrm>
          <a:custGeom>
            <a:avLst/>
            <a:gdLst/>
            <a:ahLst/>
            <a:cxnLst/>
            <a:rect l="l" t="t" r="r" b="b"/>
            <a:pathLst>
              <a:path w="1288494" h="722529">
                <a:moveTo>
                  <a:pt x="548461" y="537763"/>
                </a:moveTo>
                <a:lnTo>
                  <a:pt x="548461" y="537763"/>
                </a:lnTo>
                <a:lnTo>
                  <a:pt x="548461" y="537763"/>
                </a:lnTo>
                <a:close/>
                <a:moveTo>
                  <a:pt x="547489" y="536791"/>
                </a:moveTo>
                <a:lnTo>
                  <a:pt x="548461" y="537763"/>
                </a:lnTo>
                <a:lnTo>
                  <a:pt x="546516" y="536791"/>
                </a:lnTo>
                <a:lnTo>
                  <a:pt x="544572" y="535818"/>
                </a:lnTo>
                <a:close/>
                <a:moveTo>
                  <a:pt x="338413" y="443436"/>
                </a:moveTo>
                <a:lnTo>
                  <a:pt x="340357" y="444408"/>
                </a:lnTo>
                <a:lnTo>
                  <a:pt x="339385" y="444408"/>
                </a:lnTo>
                <a:close/>
                <a:moveTo>
                  <a:pt x="337440" y="442463"/>
                </a:moveTo>
                <a:lnTo>
                  <a:pt x="338413" y="443436"/>
                </a:lnTo>
                <a:lnTo>
                  <a:pt x="338412" y="443436"/>
                </a:lnTo>
                <a:close/>
                <a:moveTo>
                  <a:pt x="334522" y="440518"/>
                </a:moveTo>
                <a:lnTo>
                  <a:pt x="334523" y="441491"/>
                </a:lnTo>
                <a:lnTo>
                  <a:pt x="333550" y="441491"/>
                </a:lnTo>
                <a:lnTo>
                  <a:pt x="331605" y="439546"/>
                </a:lnTo>
                <a:close/>
                <a:moveTo>
                  <a:pt x="644733" y="565964"/>
                </a:moveTo>
                <a:lnTo>
                  <a:pt x="642788" y="565964"/>
                </a:lnTo>
                <a:lnTo>
                  <a:pt x="641816" y="565964"/>
                </a:lnTo>
                <a:lnTo>
                  <a:pt x="641816" y="565964"/>
                </a:lnTo>
                <a:close/>
                <a:moveTo>
                  <a:pt x="457051" y="488168"/>
                </a:moveTo>
                <a:lnTo>
                  <a:pt x="458996" y="489140"/>
                </a:lnTo>
                <a:lnTo>
                  <a:pt x="458993" y="489139"/>
                </a:lnTo>
                <a:close/>
                <a:moveTo>
                  <a:pt x="243112" y="383144"/>
                </a:moveTo>
                <a:lnTo>
                  <a:pt x="244085" y="384117"/>
                </a:lnTo>
                <a:lnTo>
                  <a:pt x="244085" y="384117"/>
                </a:lnTo>
                <a:close/>
                <a:moveTo>
                  <a:pt x="781848" y="599027"/>
                </a:moveTo>
                <a:lnTo>
                  <a:pt x="781848" y="599027"/>
                </a:lnTo>
                <a:lnTo>
                  <a:pt x="780876" y="599027"/>
                </a:lnTo>
                <a:close/>
                <a:moveTo>
                  <a:pt x="242140" y="366612"/>
                </a:moveTo>
                <a:lnTo>
                  <a:pt x="244085" y="368557"/>
                </a:lnTo>
                <a:lnTo>
                  <a:pt x="241797" y="366956"/>
                </a:lnTo>
                <a:close/>
                <a:moveTo>
                  <a:pt x="141978" y="301458"/>
                </a:moveTo>
                <a:lnTo>
                  <a:pt x="141978" y="301459"/>
                </a:lnTo>
                <a:lnTo>
                  <a:pt x="141977" y="301459"/>
                </a:lnTo>
                <a:close/>
                <a:moveTo>
                  <a:pt x="142950" y="301458"/>
                </a:moveTo>
                <a:lnTo>
                  <a:pt x="142950" y="302430"/>
                </a:lnTo>
                <a:lnTo>
                  <a:pt x="141978" y="301459"/>
                </a:lnTo>
                <a:close/>
                <a:moveTo>
                  <a:pt x="979256" y="620421"/>
                </a:moveTo>
                <a:lnTo>
                  <a:pt x="979165" y="620512"/>
                </a:lnTo>
                <a:lnTo>
                  <a:pt x="978283" y="620421"/>
                </a:lnTo>
                <a:close/>
                <a:moveTo>
                  <a:pt x="93355" y="247974"/>
                </a:moveTo>
                <a:lnTo>
                  <a:pt x="94328" y="248946"/>
                </a:lnTo>
                <a:lnTo>
                  <a:pt x="94328" y="249919"/>
                </a:lnTo>
                <a:close/>
                <a:moveTo>
                  <a:pt x="1075528" y="637925"/>
                </a:moveTo>
                <a:lnTo>
                  <a:pt x="1075528" y="637925"/>
                </a:lnTo>
                <a:lnTo>
                  <a:pt x="1074555" y="637925"/>
                </a:lnTo>
                <a:close/>
                <a:moveTo>
                  <a:pt x="47650" y="177958"/>
                </a:moveTo>
                <a:lnTo>
                  <a:pt x="49595" y="178930"/>
                </a:lnTo>
                <a:lnTo>
                  <a:pt x="49595" y="180875"/>
                </a:lnTo>
                <a:lnTo>
                  <a:pt x="51540" y="183792"/>
                </a:lnTo>
                <a:lnTo>
                  <a:pt x="50568" y="184764"/>
                </a:lnTo>
                <a:lnTo>
                  <a:pt x="49595" y="184765"/>
                </a:lnTo>
                <a:lnTo>
                  <a:pt x="48623" y="183792"/>
                </a:lnTo>
                <a:lnTo>
                  <a:pt x="46678" y="182820"/>
                </a:lnTo>
                <a:lnTo>
                  <a:pt x="45705" y="179903"/>
                </a:lnTo>
                <a:lnTo>
                  <a:pt x="46678" y="179902"/>
                </a:lnTo>
                <a:lnTo>
                  <a:pt x="46678" y="178930"/>
                </a:lnTo>
                <a:close/>
                <a:moveTo>
                  <a:pt x="35008" y="156564"/>
                </a:moveTo>
                <a:lnTo>
                  <a:pt x="36953" y="159157"/>
                </a:lnTo>
                <a:lnTo>
                  <a:pt x="36953" y="159481"/>
                </a:lnTo>
                <a:close/>
                <a:moveTo>
                  <a:pt x="25284" y="133225"/>
                </a:moveTo>
                <a:lnTo>
                  <a:pt x="28201" y="141005"/>
                </a:lnTo>
                <a:lnTo>
                  <a:pt x="30146" y="144894"/>
                </a:lnTo>
                <a:lnTo>
                  <a:pt x="33063" y="147811"/>
                </a:lnTo>
                <a:lnTo>
                  <a:pt x="33063" y="146839"/>
                </a:lnTo>
                <a:lnTo>
                  <a:pt x="34036" y="148784"/>
                </a:lnTo>
                <a:lnTo>
                  <a:pt x="35008" y="151701"/>
                </a:lnTo>
                <a:lnTo>
                  <a:pt x="34036" y="149756"/>
                </a:lnTo>
                <a:lnTo>
                  <a:pt x="33064" y="148784"/>
                </a:lnTo>
                <a:lnTo>
                  <a:pt x="32091" y="149756"/>
                </a:lnTo>
                <a:lnTo>
                  <a:pt x="25284" y="137114"/>
                </a:lnTo>
                <a:lnTo>
                  <a:pt x="26256" y="137115"/>
                </a:lnTo>
                <a:lnTo>
                  <a:pt x="25284" y="136142"/>
                </a:lnTo>
                <a:close/>
                <a:moveTo>
                  <a:pt x="1277796" y="622366"/>
                </a:moveTo>
                <a:lnTo>
                  <a:pt x="1283631" y="625284"/>
                </a:lnTo>
                <a:lnTo>
                  <a:pt x="1285576" y="628201"/>
                </a:lnTo>
                <a:lnTo>
                  <a:pt x="1287521" y="630146"/>
                </a:lnTo>
                <a:lnTo>
                  <a:pt x="1288494" y="634036"/>
                </a:lnTo>
                <a:lnTo>
                  <a:pt x="1287521" y="637926"/>
                </a:lnTo>
                <a:lnTo>
                  <a:pt x="1285576" y="642788"/>
                </a:lnTo>
                <a:lnTo>
                  <a:pt x="1282659" y="646677"/>
                </a:lnTo>
                <a:lnTo>
                  <a:pt x="1277797" y="650567"/>
                </a:lnTo>
                <a:lnTo>
                  <a:pt x="1271962" y="654457"/>
                </a:lnTo>
                <a:lnTo>
                  <a:pt x="1264183" y="658347"/>
                </a:lnTo>
                <a:lnTo>
                  <a:pt x="1255431" y="662237"/>
                </a:lnTo>
                <a:lnTo>
                  <a:pt x="1235982" y="670016"/>
                </a:lnTo>
                <a:lnTo>
                  <a:pt x="1215560" y="676824"/>
                </a:lnTo>
                <a:lnTo>
                  <a:pt x="1207780" y="680713"/>
                </a:lnTo>
                <a:lnTo>
                  <a:pt x="1199028" y="685575"/>
                </a:lnTo>
                <a:lnTo>
                  <a:pt x="1179579" y="698217"/>
                </a:lnTo>
                <a:lnTo>
                  <a:pt x="1146516" y="722528"/>
                </a:lnTo>
                <a:lnTo>
                  <a:pt x="1140681" y="722529"/>
                </a:lnTo>
                <a:lnTo>
                  <a:pt x="1137764" y="721556"/>
                </a:lnTo>
                <a:lnTo>
                  <a:pt x="1129985" y="714748"/>
                </a:lnTo>
                <a:lnTo>
                  <a:pt x="1137764" y="708914"/>
                </a:lnTo>
                <a:lnTo>
                  <a:pt x="1146516" y="703079"/>
                </a:lnTo>
                <a:lnTo>
                  <a:pt x="1156241" y="696273"/>
                </a:lnTo>
                <a:lnTo>
                  <a:pt x="1168883" y="690437"/>
                </a:lnTo>
                <a:lnTo>
                  <a:pt x="1209726" y="669044"/>
                </a:lnTo>
                <a:lnTo>
                  <a:pt x="1220422" y="662237"/>
                </a:lnTo>
                <a:lnTo>
                  <a:pt x="1229174" y="655429"/>
                </a:lnTo>
                <a:lnTo>
                  <a:pt x="1237926" y="647649"/>
                </a:lnTo>
                <a:lnTo>
                  <a:pt x="1243761" y="639870"/>
                </a:lnTo>
                <a:lnTo>
                  <a:pt x="1243761" y="639870"/>
                </a:lnTo>
                <a:lnTo>
                  <a:pt x="1245706" y="638898"/>
                </a:lnTo>
                <a:lnTo>
                  <a:pt x="1243275" y="638898"/>
                </a:lnTo>
                <a:lnTo>
                  <a:pt x="1242789" y="637925"/>
                </a:lnTo>
                <a:lnTo>
                  <a:pt x="1240844" y="635981"/>
                </a:lnTo>
                <a:lnTo>
                  <a:pt x="1237926" y="634036"/>
                </a:lnTo>
                <a:lnTo>
                  <a:pt x="1226257" y="630145"/>
                </a:lnTo>
                <a:lnTo>
                  <a:pt x="1207780" y="625284"/>
                </a:lnTo>
                <a:lnTo>
                  <a:pt x="1182496" y="620421"/>
                </a:lnTo>
                <a:lnTo>
                  <a:pt x="1113453" y="607780"/>
                </a:lnTo>
                <a:lnTo>
                  <a:pt x="1074555" y="600000"/>
                </a:lnTo>
                <a:lnTo>
                  <a:pt x="1060940" y="596110"/>
                </a:lnTo>
                <a:lnTo>
                  <a:pt x="1048299" y="592221"/>
                </a:lnTo>
                <a:lnTo>
                  <a:pt x="1036630" y="587358"/>
                </a:lnTo>
                <a:lnTo>
                  <a:pt x="1027877" y="583469"/>
                </a:lnTo>
                <a:lnTo>
                  <a:pt x="1020098" y="579579"/>
                </a:lnTo>
                <a:lnTo>
                  <a:pt x="1014263" y="574716"/>
                </a:lnTo>
                <a:lnTo>
                  <a:pt x="1009401" y="569854"/>
                </a:lnTo>
                <a:lnTo>
                  <a:pt x="1006483" y="564992"/>
                </a:lnTo>
                <a:lnTo>
                  <a:pt x="1002594" y="554295"/>
                </a:lnTo>
                <a:lnTo>
                  <a:pt x="1030795" y="566937"/>
                </a:lnTo>
                <a:lnTo>
                  <a:pt x="1058996" y="577634"/>
                </a:lnTo>
                <a:lnTo>
                  <a:pt x="1087197" y="587358"/>
                </a:lnTo>
                <a:lnTo>
                  <a:pt x="1116371" y="596110"/>
                </a:lnTo>
                <a:lnTo>
                  <a:pt x="1145544" y="602917"/>
                </a:lnTo>
                <a:lnTo>
                  <a:pt x="1174717" y="609725"/>
                </a:lnTo>
                <a:lnTo>
                  <a:pt x="1204863" y="614587"/>
                </a:lnTo>
                <a:lnTo>
                  <a:pt x="1234036" y="618476"/>
                </a:lnTo>
                <a:lnTo>
                  <a:pt x="1248623" y="618476"/>
                </a:lnTo>
                <a:lnTo>
                  <a:pt x="1260293" y="619449"/>
                </a:lnTo>
                <a:lnTo>
                  <a:pt x="1270017" y="620422"/>
                </a:lnTo>
                <a:close/>
                <a:moveTo>
                  <a:pt x="13614" y="101134"/>
                </a:moveTo>
                <a:lnTo>
                  <a:pt x="15560" y="104051"/>
                </a:lnTo>
                <a:lnTo>
                  <a:pt x="16532" y="104052"/>
                </a:lnTo>
                <a:lnTo>
                  <a:pt x="15559" y="105024"/>
                </a:lnTo>
                <a:lnTo>
                  <a:pt x="16532" y="109886"/>
                </a:lnTo>
                <a:lnTo>
                  <a:pt x="16532" y="110859"/>
                </a:lnTo>
                <a:lnTo>
                  <a:pt x="15559" y="110858"/>
                </a:lnTo>
                <a:lnTo>
                  <a:pt x="14587" y="108913"/>
                </a:lnTo>
                <a:lnTo>
                  <a:pt x="15559" y="108913"/>
                </a:lnTo>
                <a:lnTo>
                  <a:pt x="15559" y="106969"/>
                </a:lnTo>
                <a:lnTo>
                  <a:pt x="14587" y="105024"/>
                </a:lnTo>
                <a:lnTo>
                  <a:pt x="14587" y="103079"/>
                </a:lnTo>
                <a:close/>
                <a:moveTo>
                  <a:pt x="5835" y="22366"/>
                </a:moveTo>
                <a:lnTo>
                  <a:pt x="5835" y="23338"/>
                </a:lnTo>
                <a:lnTo>
                  <a:pt x="5658" y="22542"/>
                </a:lnTo>
                <a:close/>
                <a:moveTo>
                  <a:pt x="3890" y="14586"/>
                </a:moveTo>
                <a:lnTo>
                  <a:pt x="4862" y="15559"/>
                </a:lnTo>
                <a:lnTo>
                  <a:pt x="4862" y="18476"/>
                </a:lnTo>
                <a:lnTo>
                  <a:pt x="4668" y="18087"/>
                </a:lnTo>
                <a:close/>
                <a:moveTo>
                  <a:pt x="1884" y="3039"/>
                </a:moveTo>
                <a:lnTo>
                  <a:pt x="3890" y="9724"/>
                </a:lnTo>
                <a:lnTo>
                  <a:pt x="3890" y="10697"/>
                </a:lnTo>
                <a:lnTo>
                  <a:pt x="2917" y="9724"/>
                </a:lnTo>
                <a:lnTo>
                  <a:pt x="2917" y="8752"/>
                </a:lnTo>
                <a:lnTo>
                  <a:pt x="1945" y="8751"/>
                </a:lnTo>
                <a:lnTo>
                  <a:pt x="1945" y="13613"/>
                </a:lnTo>
                <a:lnTo>
                  <a:pt x="2917" y="13613"/>
                </a:lnTo>
                <a:lnTo>
                  <a:pt x="2917" y="14586"/>
                </a:lnTo>
                <a:lnTo>
                  <a:pt x="4668" y="18087"/>
                </a:lnTo>
                <a:lnTo>
                  <a:pt x="5658" y="22542"/>
                </a:lnTo>
                <a:lnTo>
                  <a:pt x="4862" y="23338"/>
                </a:lnTo>
                <a:lnTo>
                  <a:pt x="4862" y="24310"/>
                </a:lnTo>
                <a:lnTo>
                  <a:pt x="5835" y="25283"/>
                </a:lnTo>
                <a:lnTo>
                  <a:pt x="6807" y="27228"/>
                </a:lnTo>
                <a:lnTo>
                  <a:pt x="7780" y="34035"/>
                </a:lnTo>
                <a:lnTo>
                  <a:pt x="7780" y="36952"/>
                </a:lnTo>
                <a:lnTo>
                  <a:pt x="8752" y="40842"/>
                </a:lnTo>
                <a:lnTo>
                  <a:pt x="9725" y="44732"/>
                </a:lnTo>
                <a:lnTo>
                  <a:pt x="9724" y="48622"/>
                </a:lnTo>
                <a:lnTo>
                  <a:pt x="7780" y="44732"/>
                </a:lnTo>
                <a:lnTo>
                  <a:pt x="5835" y="40842"/>
                </a:lnTo>
                <a:lnTo>
                  <a:pt x="6807" y="48622"/>
                </a:lnTo>
                <a:lnTo>
                  <a:pt x="8752" y="50567"/>
                </a:lnTo>
                <a:lnTo>
                  <a:pt x="10697" y="55429"/>
                </a:lnTo>
                <a:lnTo>
                  <a:pt x="10697" y="56401"/>
                </a:lnTo>
                <a:lnTo>
                  <a:pt x="12642" y="60291"/>
                </a:lnTo>
                <a:lnTo>
                  <a:pt x="13614" y="62236"/>
                </a:lnTo>
                <a:lnTo>
                  <a:pt x="14587" y="65153"/>
                </a:lnTo>
                <a:lnTo>
                  <a:pt x="17504" y="79740"/>
                </a:lnTo>
                <a:lnTo>
                  <a:pt x="20422" y="91410"/>
                </a:lnTo>
                <a:lnTo>
                  <a:pt x="19449" y="92382"/>
                </a:lnTo>
                <a:lnTo>
                  <a:pt x="22367" y="96271"/>
                </a:lnTo>
                <a:lnTo>
                  <a:pt x="23339" y="100162"/>
                </a:lnTo>
                <a:lnTo>
                  <a:pt x="27229" y="109886"/>
                </a:lnTo>
                <a:lnTo>
                  <a:pt x="29174" y="116693"/>
                </a:lnTo>
                <a:lnTo>
                  <a:pt x="32091" y="123501"/>
                </a:lnTo>
                <a:lnTo>
                  <a:pt x="35008" y="129335"/>
                </a:lnTo>
                <a:lnTo>
                  <a:pt x="35981" y="133225"/>
                </a:lnTo>
                <a:lnTo>
                  <a:pt x="41816" y="144894"/>
                </a:lnTo>
                <a:lnTo>
                  <a:pt x="47650" y="154619"/>
                </a:lnTo>
                <a:lnTo>
                  <a:pt x="58347" y="176013"/>
                </a:lnTo>
                <a:lnTo>
                  <a:pt x="56402" y="174068"/>
                </a:lnTo>
                <a:lnTo>
                  <a:pt x="57375" y="176012"/>
                </a:lnTo>
                <a:lnTo>
                  <a:pt x="57375" y="176985"/>
                </a:lnTo>
                <a:lnTo>
                  <a:pt x="57374" y="177957"/>
                </a:lnTo>
                <a:lnTo>
                  <a:pt x="58347" y="178930"/>
                </a:lnTo>
                <a:lnTo>
                  <a:pt x="58347" y="177957"/>
                </a:lnTo>
                <a:lnTo>
                  <a:pt x="59319" y="179902"/>
                </a:lnTo>
                <a:lnTo>
                  <a:pt x="63209" y="183792"/>
                </a:lnTo>
                <a:lnTo>
                  <a:pt x="66127" y="188654"/>
                </a:lnTo>
                <a:lnTo>
                  <a:pt x="70017" y="194489"/>
                </a:lnTo>
                <a:lnTo>
                  <a:pt x="76824" y="203241"/>
                </a:lnTo>
                <a:lnTo>
                  <a:pt x="76823" y="204213"/>
                </a:lnTo>
                <a:lnTo>
                  <a:pt x="79741" y="208103"/>
                </a:lnTo>
                <a:lnTo>
                  <a:pt x="83631" y="212966"/>
                </a:lnTo>
                <a:lnTo>
                  <a:pt x="90438" y="223662"/>
                </a:lnTo>
                <a:lnTo>
                  <a:pt x="90438" y="225607"/>
                </a:lnTo>
                <a:lnTo>
                  <a:pt x="92383" y="228525"/>
                </a:lnTo>
                <a:lnTo>
                  <a:pt x="97245" y="232415"/>
                </a:lnTo>
                <a:lnTo>
                  <a:pt x="102107" y="238249"/>
                </a:lnTo>
                <a:lnTo>
                  <a:pt x="113776" y="251863"/>
                </a:lnTo>
                <a:lnTo>
                  <a:pt x="133226" y="272285"/>
                </a:lnTo>
                <a:lnTo>
                  <a:pt x="142950" y="282982"/>
                </a:lnTo>
                <a:lnTo>
                  <a:pt x="153647" y="292707"/>
                </a:lnTo>
                <a:lnTo>
                  <a:pt x="153647" y="294651"/>
                </a:lnTo>
                <a:lnTo>
                  <a:pt x="165316" y="303403"/>
                </a:lnTo>
                <a:lnTo>
                  <a:pt x="176013" y="314100"/>
                </a:lnTo>
                <a:lnTo>
                  <a:pt x="187683" y="323824"/>
                </a:lnTo>
                <a:lnTo>
                  <a:pt x="197407" y="332577"/>
                </a:lnTo>
                <a:lnTo>
                  <a:pt x="195462" y="332576"/>
                </a:lnTo>
                <a:lnTo>
                  <a:pt x="201297" y="337439"/>
                </a:lnTo>
                <a:lnTo>
                  <a:pt x="203242" y="338411"/>
                </a:lnTo>
                <a:lnTo>
                  <a:pt x="204214" y="338411"/>
                </a:lnTo>
                <a:lnTo>
                  <a:pt x="204214" y="337439"/>
                </a:lnTo>
                <a:lnTo>
                  <a:pt x="211021" y="343273"/>
                </a:lnTo>
                <a:lnTo>
                  <a:pt x="213939" y="346191"/>
                </a:lnTo>
                <a:lnTo>
                  <a:pt x="215883" y="348136"/>
                </a:lnTo>
                <a:lnTo>
                  <a:pt x="220746" y="352026"/>
                </a:lnTo>
                <a:lnTo>
                  <a:pt x="225608" y="353970"/>
                </a:lnTo>
                <a:lnTo>
                  <a:pt x="234360" y="361750"/>
                </a:lnTo>
                <a:lnTo>
                  <a:pt x="241797" y="366956"/>
                </a:lnTo>
                <a:lnTo>
                  <a:pt x="241167" y="367584"/>
                </a:lnTo>
                <a:lnTo>
                  <a:pt x="243112" y="368557"/>
                </a:lnTo>
                <a:lnTo>
                  <a:pt x="248947" y="373420"/>
                </a:lnTo>
                <a:lnTo>
                  <a:pt x="250892" y="374392"/>
                </a:lnTo>
                <a:lnTo>
                  <a:pt x="251864" y="374392"/>
                </a:lnTo>
                <a:lnTo>
                  <a:pt x="251864" y="373419"/>
                </a:lnTo>
                <a:lnTo>
                  <a:pt x="257699" y="378282"/>
                </a:lnTo>
                <a:lnTo>
                  <a:pt x="265479" y="383144"/>
                </a:lnTo>
                <a:lnTo>
                  <a:pt x="273258" y="388006"/>
                </a:lnTo>
                <a:lnTo>
                  <a:pt x="279093" y="392869"/>
                </a:lnTo>
                <a:lnTo>
                  <a:pt x="280065" y="392868"/>
                </a:lnTo>
                <a:lnTo>
                  <a:pt x="282010" y="393841"/>
                </a:lnTo>
                <a:lnTo>
                  <a:pt x="293679" y="401621"/>
                </a:lnTo>
                <a:lnTo>
                  <a:pt x="299514" y="404538"/>
                </a:lnTo>
                <a:lnTo>
                  <a:pt x="304376" y="407455"/>
                </a:lnTo>
                <a:lnTo>
                  <a:pt x="304377" y="408428"/>
                </a:lnTo>
                <a:lnTo>
                  <a:pt x="303404" y="408427"/>
                </a:lnTo>
                <a:lnTo>
                  <a:pt x="305349" y="409400"/>
                </a:lnTo>
                <a:lnTo>
                  <a:pt x="306321" y="409400"/>
                </a:lnTo>
                <a:lnTo>
                  <a:pt x="308266" y="409400"/>
                </a:lnTo>
                <a:lnTo>
                  <a:pt x="317991" y="415235"/>
                </a:lnTo>
                <a:lnTo>
                  <a:pt x="326743" y="421069"/>
                </a:lnTo>
                <a:lnTo>
                  <a:pt x="335495" y="427876"/>
                </a:lnTo>
                <a:lnTo>
                  <a:pt x="345219" y="432738"/>
                </a:lnTo>
                <a:lnTo>
                  <a:pt x="408428" y="464829"/>
                </a:lnTo>
                <a:lnTo>
                  <a:pt x="408429" y="465802"/>
                </a:lnTo>
                <a:lnTo>
                  <a:pt x="414263" y="467747"/>
                </a:lnTo>
                <a:lnTo>
                  <a:pt x="420098" y="470664"/>
                </a:lnTo>
                <a:lnTo>
                  <a:pt x="424960" y="473582"/>
                </a:lnTo>
                <a:lnTo>
                  <a:pt x="430795" y="475527"/>
                </a:lnTo>
                <a:lnTo>
                  <a:pt x="433712" y="477472"/>
                </a:lnTo>
                <a:lnTo>
                  <a:pt x="435657" y="477471"/>
                </a:lnTo>
                <a:lnTo>
                  <a:pt x="435657" y="478444"/>
                </a:lnTo>
                <a:lnTo>
                  <a:pt x="440519" y="480389"/>
                </a:lnTo>
                <a:lnTo>
                  <a:pt x="446354" y="483306"/>
                </a:lnTo>
                <a:lnTo>
                  <a:pt x="452189" y="486223"/>
                </a:lnTo>
                <a:lnTo>
                  <a:pt x="458993" y="489139"/>
                </a:lnTo>
                <a:lnTo>
                  <a:pt x="462885" y="491085"/>
                </a:lnTo>
                <a:lnTo>
                  <a:pt x="468720" y="493031"/>
                </a:lnTo>
                <a:lnTo>
                  <a:pt x="481362" y="498865"/>
                </a:lnTo>
                <a:lnTo>
                  <a:pt x="477472" y="497893"/>
                </a:lnTo>
                <a:lnTo>
                  <a:pt x="480389" y="499838"/>
                </a:lnTo>
                <a:lnTo>
                  <a:pt x="483307" y="499837"/>
                </a:lnTo>
                <a:lnTo>
                  <a:pt x="486225" y="500810"/>
                </a:lnTo>
                <a:lnTo>
                  <a:pt x="487197" y="502755"/>
                </a:lnTo>
                <a:lnTo>
                  <a:pt x="489142" y="502755"/>
                </a:lnTo>
                <a:lnTo>
                  <a:pt x="488169" y="501782"/>
                </a:lnTo>
                <a:lnTo>
                  <a:pt x="502756" y="508590"/>
                </a:lnTo>
                <a:lnTo>
                  <a:pt x="517343" y="513452"/>
                </a:lnTo>
                <a:lnTo>
                  <a:pt x="548461" y="524149"/>
                </a:lnTo>
                <a:lnTo>
                  <a:pt x="554296" y="527066"/>
                </a:lnTo>
                <a:lnTo>
                  <a:pt x="555268" y="528039"/>
                </a:lnTo>
                <a:lnTo>
                  <a:pt x="555268" y="529011"/>
                </a:lnTo>
                <a:lnTo>
                  <a:pt x="560130" y="529984"/>
                </a:lnTo>
                <a:lnTo>
                  <a:pt x="561103" y="529984"/>
                </a:lnTo>
                <a:lnTo>
                  <a:pt x="564020" y="530956"/>
                </a:lnTo>
                <a:lnTo>
                  <a:pt x="565965" y="532901"/>
                </a:lnTo>
                <a:lnTo>
                  <a:pt x="567910" y="533873"/>
                </a:lnTo>
                <a:lnTo>
                  <a:pt x="570827" y="534846"/>
                </a:lnTo>
                <a:lnTo>
                  <a:pt x="570827" y="533873"/>
                </a:lnTo>
                <a:lnTo>
                  <a:pt x="571800" y="533873"/>
                </a:lnTo>
                <a:lnTo>
                  <a:pt x="573745" y="533873"/>
                </a:lnTo>
                <a:lnTo>
                  <a:pt x="582497" y="538735"/>
                </a:lnTo>
                <a:lnTo>
                  <a:pt x="586386" y="539708"/>
                </a:lnTo>
                <a:lnTo>
                  <a:pt x="591248" y="541653"/>
                </a:lnTo>
                <a:lnTo>
                  <a:pt x="590276" y="541653"/>
                </a:lnTo>
                <a:lnTo>
                  <a:pt x="597084" y="542625"/>
                </a:lnTo>
                <a:lnTo>
                  <a:pt x="603891" y="544570"/>
                </a:lnTo>
                <a:lnTo>
                  <a:pt x="609725" y="546515"/>
                </a:lnTo>
                <a:lnTo>
                  <a:pt x="615560" y="546515"/>
                </a:lnTo>
                <a:lnTo>
                  <a:pt x="650568" y="556239"/>
                </a:lnTo>
                <a:lnTo>
                  <a:pt x="684604" y="565964"/>
                </a:lnTo>
                <a:lnTo>
                  <a:pt x="752675" y="581523"/>
                </a:lnTo>
                <a:lnTo>
                  <a:pt x="786711" y="589303"/>
                </a:lnTo>
                <a:lnTo>
                  <a:pt x="819774" y="596110"/>
                </a:lnTo>
                <a:lnTo>
                  <a:pt x="888818" y="608752"/>
                </a:lnTo>
                <a:lnTo>
                  <a:pt x="899515" y="611669"/>
                </a:lnTo>
                <a:lnTo>
                  <a:pt x="912157" y="613614"/>
                </a:lnTo>
                <a:lnTo>
                  <a:pt x="911184" y="613614"/>
                </a:lnTo>
                <a:lnTo>
                  <a:pt x="913129" y="613614"/>
                </a:lnTo>
                <a:lnTo>
                  <a:pt x="916046" y="613614"/>
                </a:lnTo>
                <a:lnTo>
                  <a:pt x="918964" y="613614"/>
                </a:lnTo>
                <a:lnTo>
                  <a:pt x="921881" y="613614"/>
                </a:lnTo>
                <a:lnTo>
                  <a:pt x="946193" y="617504"/>
                </a:lnTo>
                <a:lnTo>
                  <a:pt x="972448" y="620421"/>
                </a:lnTo>
                <a:lnTo>
                  <a:pt x="969531" y="620421"/>
                </a:lnTo>
                <a:lnTo>
                  <a:pt x="969531" y="621394"/>
                </a:lnTo>
                <a:lnTo>
                  <a:pt x="971476" y="621394"/>
                </a:lnTo>
                <a:lnTo>
                  <a:pt x="975366" y="620421"/>
                </a:lnTo>
                <a:lnTo>
                  <a:pt x="975366" y="621393"/>
                </a:lnTo>
                <a:lnTo>
                  <a:pt x="978283" y="621394"/>
                </a:lnTo>
                <a:lnTo>
                  <a:pt x="979165" y="620512"/>
                </a:lnTo>
                <a:lnTo>
                  <a:pt x="1044409" y="627228"/>
                </a:lnTo>
                <a:lnTo>
                  <a:pt x="1077472" y="631118"/>
                </a:lnTo>
                <a:lnTo>
                  <a:pt x="1110536" y="633063"/>
                </a:lnTo>
                <a:lnTo>
                  <a:pt x="1119288" y="634036"/>
                </a:lnTo>
                <a:lnTo>
                  <a:pt x="1129013" y="634035"/>
                </a:lnTo>
                <a:lnTo>
                  <a:pt x="1147489" y="635008"/>
                </a:lnTo>
                <a:lnTo>
                  <a:pt x="1171801" y="636953"/>
                </a:lnTo>
                <a:lnTo>
                  <a:pt x="1196111" y="638897"/>
                </a:lnTo>
                <a:lnTo>
                  <a:pt x="1220423" y="638898"/>
                </a:lnTo>
                <a:lnTo>
                  <a:pt x="1243275" y="638898"/>
                </a:lnTo>
                <a:lnTo>
                  <a:pt x="1243761" y="639870"/>
                </a:lnTo>
                <a:lnTo>
                  <a:pt x="1241817" y="640842"/>
                </a:lnTo>
                <a:lnTo>
                  <a:pt x="1235982" y="642788"/>
                </a:lnTo>
                <a:lnTo>
                  <a:pt x="1227230" y="643760"/>
                </a:lnTo>
                <a:lnTo>
                  <a:pt x="1212643" y="644732"/>
                </a:lnTo>
                <a:lnTo>
                  <a:pt x="1197084" y="644732"/>
                </a:lnTo>
                <a:lnTo>
                  <a:pt x="1180552" y="644732"/>
                </a:lnTo>
                <a:lnTo>
                  <a:pt x="1164993" y="644732"/>
                </a:lnTo>
                <a:lnTo>
                  <a:pt x="1164021" y="644732"/>
                </a:lnTo>
                <a:lnTo>
                  <a:pt x="1164021" y="643760"/>
                </a:lnTo>
                <a:lnTo>
                  <a:pt x="1163048" y="642788"/>
                </a:lnTo>
                <a:lnTo>
                  <a:pt x="1161103" y="642788"/>
                </a:lnTo>
                <a:lnTo>
                  <a:pt x="1144571" y="643760"/>
                </a:lnTo>
                <a:lnTo>
                  <a:pt x="1126095" y="642788"/>
                </a:lnTo>
                <a:lnTo>
                  <a:pt x="1106646" y="640843"/>
                </a:lnTo>
                <a:lnTo>
                  <a:pt x="1088170" y="637926"/>
                </a:lnTo>
                <a:lnTo>
                  <a:pt x="1089142" y="637925"/>
                </a:lnTo>
                <a:lnTo>
                  <a:pt x="1082335" y="637926"/>
                </a:lnTo>
                <a:lnTo>
                  <a:pt x="1075528" y="637925"/>
                </a:lnTo>
                <a:lnTo>
                  <a:pt x="1075528" y="636953"/>
                </a:lnTo>
                <a:lnTo>
                  <a:pt x="1073583" y="636953"/>
                </a:lnTo>
                <a:lnTo>
                  <a:pt x="1069693" y="636953"/>
                </a:lnTo>
                <a:lnTo>
                  <a:pt x="1064831" y="637926"/>
                </a:lnTo>
                <a:lnTo>
                  <a:pt x="1062886" y="636953"/>
                </a:lnTo>
                <a:lnTo>
                  <a:pt x="1060942" y="635981"/>
                </a:lnTo>
                <a:lnTo>
                  <a:pt x="1058024" y="636953"/>
                </a:lnTo>
                <a:lnTo>
                  <a:pt x="1051217" y="636953"/>
                </a:lnTo>
                <a:lnTo>
                  <a:pt x="1044409" y="636953"/>
                </a:lnTo>
                <a:lnTo>
                  <a:pt x="1036630" y="635980"/>
                </a:lnTo>
                <a:lnTo>
                  <a:pt x="1028850" y="635008"/>
                </a:lnTo>
                <a:lnTo>
                  <a:pt x="1029823" y="635008"/>
                </a:lnTo>
                <a:lnTo>
                  <a:pt x="1017181" y="634036"/>
                </a:lnTo>
                <a:lnTo>
                  <a:pt x="1002594" y="633063"/>
                </a:lnTo>
                <a:lnTo>
                  <a:pt x="974393" y="631118"/>
                </a:lnTo>
                <a:lnTo>
                  <a:pt x="975366" y="630146"/>
                </a:lnTo>
                <a:lnTo>
                  <a:pt x="975365" y="629173"/>
                </a:lnTo>
                <a:lnTo>
                  <a:pt x="973421" y="630146"/>
                </a:lnTo>
                <a:lnTo>
                  <a:pt x="970504" y="630146"/>
                </a:lnTo>
                <a:lnTo>
                  <a:pt x="963696" y="630145"/>
                </a:lnTo>
                <a:lnTo>
                  <a:pt x="960779" y="629173"/>
                </a:lnTo>
                <a:lnTo>
                  <a:pt x="957862" y="629173"/>
                </a:lnTo>
                <a:lnTo>
                  <a:pt x="953972" y="629173"/>
                </a:lnTo>
                <a:lnTo>
                  <a:pt x="949111" y="628201"/>
                </a:lnTo>
                <a:lnTo>
                  <a:pt x="950082" y="628201"/>
                </a:lnTo>
                <a:lnTo>
                  <a:pt x="949110" y="628201"/>
                </a:lnTo>
                <a:lnTo>
                  <a:pt x="949111" y="628201"/>
                </a:lnTo>
                <a:lnTo>
                  <a:pt x="947165" y="628201"/>
                </a:lnTo>
                <a:lnTo>
                  <a:pt x="944247" y="628201"/>
                </a:lnTo>
                <a:lnTo>
                  <a:pt x="942303" y="627228"/>
                </a:lnTo>
                <a:lnTo>
                  <a:pt x="940358" y="628201"/>
                </a:lnTo>
                <a:lnTo>
                  <a:pt x="937441" y="626256"/>
                </a:lnTo>
                <a:lnTo>
                  <a:pt x="935496" y="627228"/>
                </a:lnTo>
                <a:lnTo>
                  <a:pt x="933550" y="626256"/>
                </a:lnTo>
                <a:lnTo>
                  <a:pt x="930633" y="625283"/>
                </a:lnTo>
                <a:lnTo>
                  <a:pt x="927716" y="625283"/>
                </a:lnTo>
                <a:lnTo>
                  <a:pt x="923826" y="625283"/>
                </a:lnTo>
                <a:lnTo>
                  <a:pt x="919936" y="624311"/>
                </a:lnTo>
                <a:lnTo>
                  <a:pt x="911184" y="622366"/>
                </a:lnTo>
                <a:lnTo>
                  <a:pt x="909239" y="622366"/>
                </a:lnTo>
                <a:lnTo>
                  <a:pt x="908267" y="623339"/>
                </a:lnTo>
                <a:lnTo>
                  <a:pt x="908267" y="622366"/>
                </a:lnTo>
                <a:lnTo>
                  <a:pt x="910212" y="622366"/>
                </a:lnTo>
                <a:lnTo>
                  <a:pt x="912157" y="622366"/>
                </a:lnTo>
                <a:lnTo>
                  <a:pt x="911184" y="621394"/>
                </a:lnTo>
                <a:lnTo>
                  <a:pt x="893680" y="619449"/>
                </a:lnTo>
                <a:lnTo>
                  <a:pt x="875204" y="617504"/>
                </a:lnTo>
                <a:lnTo>
                  <a:pt x="840196" y="610697"/>
                </a:lnTo>
                <a:lnTo>
                  <a:pt x="836306" y="609725"/>
                </a:lnTo>
                <a:lnTo>
                  <a:pt x="835333" y="608752"/>
                </a:lnTo>
                <a:lnTo>
                  <a:pt x="829499" y="607779"/>
                </a:lnTo>
                <a:lnTo>
                  <a:pt x="823664" y="607779"/>
                </a:lnTo>
                <a:lnTo>
                  <a:pt x="821719" y="605834"/>
                </a:lnTo>
                <a:lnTo>
                  <a:pt x="818802" y="605834"/>
                </a:lnTo>
                <a:lnTo>
                  <a:pt x="816856" y="605835"/>
                </a:lnTo>
                <a:lnTo>
                  <a:pt x="814912" y="605834"/>
                </a:lnTo>
                <a:lnTo>
                  <a:pt x="811994" y="605835"/>
                </a:lnTo>
                <a:lnTo>
                  <a:pt x="813939" y="604862"/>
                </a:lnTo>
                <a:lnTo>
                  <a:pt x="813939" y="603889"/>
                </a:lnTo>
                <a:lnTo>
                  <a:pt x="807132" y="603890"/>
                </a:lnTo>
                <a:lnTo>
                  <a:pt x="799352" y="602917"/>
                </a:lnTo>
                <a:lnTo>
                  <a:pt x="801298" y="602917"/>
                </a:lnTo>
                <a:lnTo>
                  <a:pt x="801297" y="601945"/>
                </a:lnTo>
                <a:lnTo>
                  <a:pt x="797407" y="601944"/>
                </a:lnTo>
                <a:lnTo>
                  <a:pt x="794490" y="600972"/>
                </a:lnTo>
                <a:lnTo>
                  <a:pt x="787683" y="600000"/>
                </a:lnTo>
                <a:lnTo>
                  <a:pt x="789628" y="599027"/>
                </a:lnTo>
                <a:lnTo>
                  <a:pt x="785738" y="598055"/>
                </a:lnTo>
                <a:lnTo>
                  <a:pt x="784765" y="599027"/>
                </a:lnTo>
                <a:lnTo>
                  <a:pt x="783793" y="599027"/>
                </a:lnTo>
                <a:lnTo>
                  <a:pt x="781848" y="599027"/>
                </a:lnTo>
                <a:lnTo>
                  <a:pt x="781849" y="598055"/>
                </a:lnTo>
                <a:lnTo>
                  <a:pt x="776986" y="598055"/>
                </a:lnTo>
                <a:lnTo>
                  <a:pt x="771152" y="597082"/>
                </a:lnTo>
                <a:lnTo>
                  <a:pt x="760455" y="595137"/>
                </a:lnTo>
                <a:lnTo>
                  <a:pt x="750730" y="592220"/>
                </a:lnTo>
                <a:lnTo>
                  <a:pt x="741006" y="590275"/>
                </a:lnTo>
                <a:lnTo>
                  <a:pt x="740034" y="589303"/>
                </a:lnTo>
                <a:lnTo>
                  <a:pt x="739061" y="589303"/>
                </a:lnTo>
                <a:lnTo>
                  <a:pt x="738088" y="588330"/>
                </a:lnTo>
                <a:lnTo>
                  <a:pt x="735171" y="587358"/>
                </a:lnTo>
                <a:lnTo>
                  <a:pt x="734199" y="587358"/>
                </a:lnTo>
                <a:lnTo>
                  <a:pt x="733226" y="587358"/>
                </a:lnTo>
                <a:lnTo>
                  <a:pt x="729336" y="587358"/>
                </a:lnTo>
                <a:lnTo>
                  <a:pt x="726419" y="587358"/>
                </a:lnTo>
                <a:lnTo>
                  <a:pt x="727392" y="588331"/>
                </a:lnTo>
                <a:lnTo>
                  <a:pt x="716694" y="585413"/>
                </a:lnTo>
                <a:lnTo>
                  <a:pt x="707942" y="583468"/>
                </a:lnTo>
                <a:lnTo>
                  <a:pt x="708915" y="582496"/>
                </a:lnTo>
                <a:lnTo>
                  <a:pt x="708915" y="581523"/>
                </a:lnTo>
                <a:lnTo>
                  <a:pt x="710860" y="581523"/>
                </a:lnTo>
                <a:lnTo>
                  <a:pt x="707942" y="579578"/>
                </a:lnTo>
                <a:lnTo>
                  <a:pt x="709888" y="579578"/>
                </a:lnTo>
                <a:lnTo>
                  <a:pt x="704052" y="578606"/>
                </a:lnTo>
                <a:lnTo>
                  <a:pt x="699190" y="577634"/>
                </a:lnTo>
                <a:lnTo>
                  <a:pt x="691411" y="577633"/>
                </a:lnTo>
                <a:lnTo>
                  <a:pt x="687521" y="576661"/>
                </a:lnTo>
                <a:lnTo>
                  <a:pt x="682659" y="575689"/>
                </a:lnTo>
                <a:lnTo>
                  <a:pt x="683631" y="575688"/>
                </a:lnTo>
                <a:lnTo>
                  <a:pt x="683631" y="574716"/>
                </a:lnTo>
                <a:lnTo>
                  <a:pt x="682659" y="574716"/>
                </a:lnTo>
                <a:lnTo>
                  <a:pt x="683632" y="573744"/>
                </a:lnTo>
                <a:lnTo>
                  <a:pt x="672934" y="574716"/>
                </a:lnTo>
                <a:lnTo>
                  <a:pt x="670990" y="573744"/>
                </a:lnTo>
                <a:lnTo>
                  <a:pt x="670990" y="572771"/>
                </a:lnTo>
                <a:lnTo>
                  <a:pt x="669045" y="572771"/>
                </a:lnTo>
                <a:lnTo>
                  <a:pt x="668072" y="572771"/>
                </a:lnTo>
                <a:lnTo>
                  <a:pt x="666127" y="572771"/>
                </a:lnTo>
                <a:lnTo>
                  <a:pt x="660292" y="571799"/>
                </a:lnTo>
                <a:lnTo>
                  <a:pt x="657375" y="569854"/>
                </a:lnTo>
                <a:lnTo>
                  <a:pt x="655430" y="568882"/>
                </a:lnTo>
                <a:lnTo>
                  <a:pt x="657375" y="568881"/>
                </a:lnTo>
                <a:lnTo>
                  <a:pt x="657375" y="567909"/>
                </a:lnTo>
                <a:lnTo>
                  <a:pt x="647651" y="565964"/>
                </a:lnTo>
                <a:lnTo>
                  <a:pt x="642788" y="564992"/>
                </a:lnTo>
                <a:lnTo>
                  <a:pt x="641816" y="564992"/>
                </a:lnTo>
                <a:lnTo>
                  <a:pt x="641816" y="565964"/>
                </a:lnTo>
                <a:lnTo>
                  <a:pt x="638899" y="565964"/>
                </a:lnTo>
                <a:lnTo>
                  <a:pt x="633064" y="564020"/>
                </a:lnTo>
                <a:lnTo>
                  <a:pt x="634036" y="564019"/>
                </a:lnTo>
                <a:lnTo>
                  <a:pt x="635009" y="563047"/>
                </a:lnTo>
                <a:lnTo>
                  <a:pt x="625284" y="562075"/>
                </a:lnTo>
                <a:lnTo>
                  <a:pt x="615560" y="560129"/>
                </a:lnTo>
                <a:lnTo>
                  <a:pt x="617505" y="560130"/>
                </a:lnTo>
                <a:lnTo>
                  <a:pt x="619450" y="560129"/>
                </a:lnTo>
                <a:lnTo>
                  <a:pt x="613615" y="558185"/>
                </a:lnTo>
                <a:lnTo>
                  <a:pt x="606808" y="556240"/>
                </a:lnTo>
                <a:lnTo>
                  <a:pt x="600973" y="554295"/>
                </a:lnTo>
                <a:lnTo>
                  <a:pt x="595138" y="552350"/>
                </a:lnTo>
                <a:lnTo>
                  <a:pt x="596111" y="553322"/>
                </a:lnTo>
                <a:lnTo>
                  <a:pt x="595139" y="553323"/>
                </a:lnTo>
                <a:lnTo>
                  <a:pt x="592221" y="551377"/>
                </a:lnTo>
                <a:lnTo>
                  <a:pt x="589304" y="550405"/>
                </a:lnTo>
                <a:lnTo>
                  <a:pt x="587359" y="549432"/>
                </a:lnTo>
                <a:lnTo>
                  <a:pt x="583469" y="548460"/>
                </a:lnTo>
                <a:lnTo>
                  <a:pt x="582497" y="548460"/>
                </a:lnTo>
                <a:lnTo>
                  <a:pt x="585414" y="549432"/>
                </a:lnTo>
                <a:lnTo>
                  <a:pt x="572772" y="545542"/>
                </a:lnTo>
                <a:lnTo>
                  <a:pt x="564993" y="543597"/>
                </a:lnTo>
                <a:lnTo>
                  <a:pt x="557213" y="540680"/>
                </a:lnTo>
                <a:lnTo>
                  <a:pt x="554295" y="540680"/>
                </a:lnTo>
                <a:lnTo>
                  <a:pt x="549433" y="539708"/>
                </a:lnTo>
                <a:lnTo>
                  <a:pt x="550406" y="538735"/>
                </a:lnTo>
                <a:lnTo>
                  <a:pt x="548461" y="537763"/>
                </a:lnTo>
                <a:lnTo>
                  <a:pt x="550406" y="537763"/>
                </a:lnTo>
                <a:lnTo>
                  <a:pt x="554296" y="538735"/>
                </a:lnTo>
                <a:lnTo>
                  <a:pt x="553323" y="537763"/>
                </a:lnTo>
                <a:lnTo>
                  <a:pt x="550406" y="537763"/>
                </a:lnTo>
                <a:lnTo>
                  <a:pt x="544572" y="535818"/>
                </a:lnTo>
                <a:lnTo>
                  <a:pt x="544572" y="535818"/>
                </a:lnTo>
                <a:lnTo>
                  <a:pt x="544572" y="535818"/>
                </a:lnTo>
                <a:lnTo>
                  <a:pt x="541654" y="534845"/>
                </a:lnTo>
                <a:lnTo>
                  <a:pt x="538736" y="533873"/>
                </a:lnTo>
                <a:lnTo>
                  <a:pt x="536792" y="532901"/>
                </a:lnTo>
                <a:lnTo>
                  <a:pt x="537764" y="532901"/>
                </a:lnTo>
                <a:lnTo>
                  <a:pt x="538737" y="531928"/>
                </a:lnTo>
                <a:lnTo>
                  <a:pt x="536792" y="531928"/>
                </a:lnTo>
                <a:lnTo>
                  <a:pt x="532902" y="530956"/>
                </a:lnTo>
                <a:lnTo>
                  <a:pt x="529985" y="529983"/>
                </a:lnTo>
                <a:lnTo>
                  <a:pt x="527067" y="529011"/>
                </a:lnTo>
                <a:lnTo>
                  <a:pt x="526095" y="529011"/>
                </a:lnTo>
                <a:lnTo>
                  <a:pt x="525122" y="529011"/>
                </a:lnTo>
                <a:lnTo>
                  <a:pt x="524150" y="529011"/>
                </a:lnTo>
                <a:lnTo>
                  <a:pt x="523178" y="528039"/>
                </a:lnTo>
                <a:lnTo>
                  <a:pt x="520260" y="527066"/>
                </a:lnTo>
                <a:lnTo>
                  <a:pt x="517342" y="526094"/>
                </a:lnTo>
                <a:lnTo>
                  <a:pt x="517343" y="525122"/>
                </a:lnTo>
                <a:lnTo>
                  <a:pt x="518315" y="524149"/>
                </a:lnTo>
                <a:lnTo>
                  <a:pt x="514425" y="524149"/>
                </a:lnTo>
                <a:lnTo>
                  <a:pt x="511508" y="524149"/>
                </a:lnTo>
                <a:lnTo>
                  <a:pt x="511508" y="523176"/>
                </a:lnTo>
                <a:lnTo>
                  <a:pt x="509563" y="523177"/>
                </a:lnTo>
                <a:lnTo>
                  <a:pt x="507619" y="522204"/>
                </a:lnTo>
                <a:lnTo>
                  <a:pt x="504701" y="521232"/>
                </a:lnTo>
                <a:lnTo>
                  <a:pt x="501783" y="521232"/>
                </a:lnTo>
                <a:lnTo>
                  <a:pt x="494004" y="517342"/>
                </a:lnTo>
                <a:lnTo>
                  <a:pt x="490114" y="515396"/>
                </a:lnTo>
                <a:lnTo>
                  <a:pt x="487197" y="513452"/>
                </a:lnTo>
                <a:lnTo>
                  <a:pt x="481362" y="512480"/>
                </a:lnTo>
                <a:lnTo>
                  <a:pt x="475527" y="509562"/>
                </a:lnTo>
                <a:lnTo>
                  <a:pt x="477472" y="509562"/>
                </a:lnTo>
                <a:lnTo>
                  <a:pt x="474555" y="508590"/>
                </a:lnTo>
                <a:lnTo>
                  <a:pt x="471638" y="507617"/>
                </a:lnTo>
                <a:lnTo>
                  <a:pt x="468720" y="505672"/>
                </a:lnTo>
                <a:lnTo>
                  <a:pt x="463858" y="502755"/>
                </a:lnTo>
                <a:lnTo>
                  <a:pt x="461913" y="501783"/>
                </a:lnTo>
                <a:lnTo>
                  <a:pt x="460941" y="502755"/>
                </a:lnTo>
                <a:lnTo>
                  <a:pt x="459968" y="503727"/>
                </a:lnTo>
                <a:lnTo>
                  <a:pt x="457051" y="501783"/>
                </a:lnTo>
                <a:lnTo>
                  <a:pt x="453161" y="499838"/>
                </a:lnTo>
                <a:lnTo>
                  <a:pt x="448299" y="498865"/>
                </a:lnTo>
                <a:lnTo>
                  <a:pt x="445381" y="495948"/>
                </a:lnTo>
                <a:lnTo>
                  <a:pt x="448299" y="496920"/>
                </a:lnTo>
                <a:lnTo>
                  <a:pt x="449271" y="496921"/>
                </a:lnTo>
                <a:lnTo>
                  <a:pt x="448299" y="495948"/>
                </a:lnTo>
                <a:lnTo>
                  <a:pt x="445381" y="494003"/>
                </a:lnTo>
                <a:lnTo>
                  <a:pt x="442464" y="493031"/>
                </a:lnTo>
                <a:lnTo>
                  <a:pt x="439547" y="492058"/>
                </a:lnTo>
                <a:lnTo>
                  <a:pt x="435657" y="491086"/>
                </a:lnTo>
                <a:lnTo>
                  <a:pt x="436630" y="493030"/>
                </a:lnTo>
                <a:lnTo>
                  <a:pt x="433712" y="491086"/>
                </a:lnTo>
                <a:lnTo>
                  <a:pt x="431767" y="490113"/>
                </a:lnTo>
                <a:lnTo>
                  <a:pt x="428850" y="490113"/>
                </a:lnTo>
                <a:lnTo>
                  <a:pt x="428850" y="489141"/>
                </a:lnTo>
                <a:lnTo>
                  <a:pt x="424960" y="487196"/>
                </a:lnTo>
                <a:lnTo>
                  <a:pt x="423015" y="486223"/>
                </a:lnTo>
                <a:lnTo>
                  <a:pt x="422043" y="487196"/>
                </a:lnTo>
                <a:lnTo>
                  <a:pt x="415236" y="483306"/>
                </a:lnTo>
                <a:lnTo>
                  <a:pt x="407456" y="479416"/>
                </a:lnTo>
                <a:lnTo>
                  <a:pt x="400649" y="475527"/>
                </a:lnTo>
                <a:lnTo>
                  <a:pt x="397732" y="473582"/>
                </a:lnTo>
                <a:lnTo>
                  <a:pt x="395787" y="471637"/>
                </a:lnTo>
                <a:lnTo>
                  <a:pt x="392869" y="470664"/>
                </a:lnTo>
                <a:lnTo>
                  <a:pt x="391897" y="470664"/>
                </a:lnTo>
                <a:lnTo>
                  <a:pt x="392869" y="471637"/>
                </a:lnTo>
                <a:lnTo>
                  <a:pt x="393842" y="471636"/>
                </a:lnTo>
                <a:lnTo>
                  <a:pt x="395787" y="472609"/>
                </a:lnTo>
                <a:lnTo>
                  <a:pt x="393842" y="472609"/>
                </a:lnTo>
                <a:lnTo>
                  <a:pt x="390925" y="470664"/>
                </a:lnTo>
                <a:lnTo>
                  <a:pt x="390924" y="469691"/>
                </a:lnTo>
                <a:lnTo>
                  <a:pt x="391897" y="469692"/>
                </a:lnTo>
                <a:lnTo>
                  <a:pt x="388007" y="467747"/>
                </a:lnTo>
                <a:lnTo>
                  <a:pt x="385090" y="466774"/>
                </a:lnTo>
                <a:lnTo>
                  <a:pt x="381200" y="466774"/>
                </a:lnTo>
                <a:lnTo>
                  <a:pt x="377310" y="463857"/>
                </a:lnTo>
                <a:lnTo>
                  <a:pt x="374393" y="461913"/>
                </a:lnTo>
                <a:lnTo>
                  <a:pt x="369531" y="460940"/>
                </a:lnTo>
                <a:lnTo>
                  <a:pt x="367586" y="458995"/>
                </a:lnTo>
                <a:lnTo>
                  <a:pt x="366613" y="458994"/>
                </a:lnTo>
                <a:lnTo>
                  <a:pt x="367586" y="457050"/>
                </a:lnTo>
                <a:lnTo>
                  <a:pt x="363696" y="455105"/>
                </a:lnTo>
                <a:lnTo>
                  <a:pt x="360779" y="454133"/>
                </a:lnTo>
                <a:lnTo>
                  <a:pt x="357861" y="451215"/>
                </a:lnTo>
                <a:lnTo>
                  <a:pt x="357861" y="452187"/>
                </a:lnTo>
                <a:lnTo>
                  <a:pt x="356889" y="451216"/>
                </a:lnTo>
                <a:lnTo>
                  <a:pt x="353971" y="450243"/>
                </a:lnTo>
                <a:lnTo>
                  <a:pt x="354944" y="450243"/>
                </a:lnTo>
                <a:lnTo>
                  <a:pt x="352999" y="449270"/>
                </a:lnTo>
                <a:lnTo>
                  <a:pt x="350081" y="447325"/>
                </a:lnTo>
                <a:lnTo>
                  <a:pt x="352026" y="449270"/>
                </a:lnTo>
                <a:lnTo>
                  <a:pt x="354944" y="451215"/>
                </a:lnTo>
                <a:lnTo>
                  <a:pt x="349109" y="449271"/>
                </a:lnTo>
                <a:lnTo>
                  <a:pt x="347164" y="447325"/>
                </a:lnTo>
                <a:lnTo>
                  <a:pt x="343274" y="445381"/>
                </a:lnTo>
                <a:lnTo>
                  <a:pt x="340357" y="444408"/>
                </a:lnTo>
                <a:lnTo>
                  <a:pt x="339385" y="442463"/>
                </a:lnTo>
                <a:lnTo>
                  <a:pt x="336468" y="440518"/>
                </a:lnTo>
                <a:lnTo>
                  <a:pt x="334522" y="440518"/>
                </a:lnTo>
                <a:lnTo>
                  <a:pt x="330633" y="437601"/>
                </a:lnTo>
                <a:lnTo>
                  <a:pt x="329660" y="437601"/>
                </a:lnTo>
                <a:lnTo>
                  <a:pt x="327715" y="436628"/>
                </a:lnTo>
                <a:lnTo>
                  <a:pt x="324798" y="435656"/>
                </a:lnTo>
                <a:lnTo>
                  <a:pt x="322853" y="434683"/>
                </a:lnTo>
                <a:lnTo>
                  <a:pt x="320908" y="434683"/>
                </a:lnTo>
                <a:lnTo>
                  <a:pt x="314101" y="429822"/>
                </a:lnTo>
                <a:lnTo>
                  <a:pt x="315073" y="429821"/>
                </a:lnTo>
                <a:lnTo>
                  <a:pt x="311184" y="426904"/>
                </a:lnTo>
                <a:lnTo>
                  <a:pt x="306322" y="424959"/>
                </a:lnTo>
                <a:lnTo>
                  <a:pt x="307294" y="424959"/>
                </a:lnTo>
                <a:lnTo>
                  <a:pt x="303404" y="423014"/>
                </a:lnTo>
                <a:lnTo>
                  <a:pt x="300487" y="421069"/>
                </a:lnTo>
                <a:lnTo>
                  <a:pt x="298542" y="420097"/>
                </a:lnTo>
                <a:lnTo>
                  <a:pt x="298542" y="418152"/>
                </a:lnTo>
                <a:lnTo>
                  <a:pt x="298542" y="417180"/>
                </a:lnTo>
                <a:lnTo>
                  <a:pt x="296597" y="416207"/>
                </a:lnTo>
                <a:lnTo>
                  <a:pt x="293679" y="415235"/>
                </a:lnTo>
                <a:lnTo>
                  <a:pt x="291735" y="414262"/>
                </a:lnTo>
                <a:lnTo>
                  <a:pt x="290762" y="415235"/>
                </a:lnTo>
                <a:lnTo>
                  <a:pt x="290762" y="416207"/>
                </a:lnTo>
                <a:lnTo>
                  <a:pt x="281038" y="409400"/>
                </a:lnTo>
                <a:lnTo>
                  <a:pt x="276175" y="406483"/>
                </a:lnTo>
                <a:lnTo>
                  <a:pt x="271313" y="402592"/>
                </a:lnTo>
                <a:lnTo>
                  <a:pt x="270341" y="402593"/>
                </a:lnTo>
                <a:lnTo>
                  <a:pt x="269368" y="401620"/>
                </a:lnTo>
                <a:lnTo>
                  <a:pt x="254782" y="392868"/>
                </a:lnTo>
                <a:lnTo>
                  <a:pt x="247975" y="388006"/>
                </a:lnTo>
                <a:lnTo>
                  <a:pt x="244085" y="384117"/>
                </a:lnTo>
                <a:lnTo>
                  <a:pt x="244085" y="383144"/>
                </a:lnTo>
                <a:lnTo>
                  <a:pt x="244085" y="382172"/>
                </a:lnTo>
                <a:lnTo>
                  <a:pt x="242140" y="381199"/>
                </a:lnTo>
                <a:lnTo>
                  <a:pt x="241167" y="380227"/>
                </a:lnTo>
                <a:lnTo>
                  <a:pt x="240195" y="380226"/>
                </a:lnTo>
                <a:lnTo>
                  <a:pt x="240195" y="381199"/>
                </a:lnTo>
                <a:lnTo>
                  <a:pt x="241167" y="383144"/>
                </a:lnTo>
                <a:lnTo>
                  <a:pt x="232415" y="376337"/>
                </a:lnTo>
                <a:lnTo>
                  <a:pt x="225608" y="370502"/>
                </a:lnTo>
                <a:lnTo>
                  <a:pt x="225608" y="371474"/>
                </a:lnTo>
                <a:lnTo>
                  <a:pt x="223663" y="370502"/>
                </a:lnTo>
                <a:lnTo>
                  <a:pt x="223663" y="369530"/>
                </a:lnTo>
                <a:lnTo>
                  <a:pt x="222691" y="368557"/>
                </a:lnTo>
                <a:lnTo>
                  <a:pt x="217829" y="364668"/>
                </a:lnTo>
                <a:lnTo>
                  <a:pt x="216856" y="365640"/>
                </a:lnTo>
                <a:lnTo>
                  <a:pt x="215883" y="363695"/>
                </a:lnTo>
                <a:lnTo>
                  <a:pt x="213939" y="362722"/>
                </a:lnTo>
                <a:lnTo>
                  <a:pt x="212966" y="362723"/>
                </a:lnTo>
                <a:lnTo>
                  <a:pt x="211021" y="360777"/>
                </a:lnTo>
                <a:lnTo>
                  <a:pt x="211022" y="359805"/>
                </a:lnTo>
                <a:lnTo>
                  <a:pt x="205187" y="356888"/>
                </a:lnTo>
                <a:lnTo>
                  <a:pt x="199352" y="352025"/>
                </a:lnTo>
                <a:lnTo>
                  <a:pt x="198380" y="349108"/>
                </a:lnTo>
                <a:lnTo>
                  <a:pt x="195462" y="348136"/>
                </a:lnTo>
                <a:lnTo>
                  <a:pt x="195462" y="349108"/>
                </a:lnTo>
                <a:lnTo>
                  <a:pt x="189628" y="342301"/>
                </a:lnTo>
                <a:lnTo>
                  <a:pt x="186710" y="338411"/>
                </a:lnTo>
                <a:lnTo>
                  <a:pt x="177958" y="333549"/>
                </a:lnTo>
                <a:lnTo>
                  <a:pt x="169206" y="326742"/>
                </a:lnTo>
                <a:lnTo>
                  <a:pt x="151702" y="311183"/>
                </a:lnTo>
                <a:lnTo>
                  <a:pt x="152674" y="311182"/>
                </a:lnTo>
                <a:lnTo>
                  <a:pt x="150730" y="309238"/>
                </a:lnTo>
                <a:lnTo>
                  <a:pt x="149757" y="309238"/>
                </a:lnTo>
                <a:lnTo>
                  <a:pt x="148785" y="308265"/>
                </a:lnTo>
                <a:lnTo>
                  <a:pt x="148785" y="307293"/>
                </a:lnTo>
                <a:lnTo>
                  <a:pt x="148785" y="306320"/>
                </a:lnTo>
                <a:lnTo>
                  <a:pt x="150730" y="306320"/>
                </a:lnTo>
                <a:lnTo>
                  <a:pt x="147812" y="304375"/>
                </a:lnTo>
                <a:lnTo>
                  <a:pt x="145867" y="302431"/>
                </a:lnTo>
                <a:lnTo>
                  <a:pt x="141978" y="300486"/>
                </a:lnTo>
                <a:lnTo>
                  <a:pt x="141978" y="301458"/>
                </a:lnTo>
                <a:lnTo>
                  <a:pt x="140033" y="299513"/>
                </a:lnTo>
                <a:lnTo>
                  <a:pt x="138088" y="297569"/>
                </a:lnTo>
                <a:lnTo>
                  <a:pt x="136143" y="296596"/>
                </a:lnTo>
                <a:lnTo>
                  <a:pt x="136143" y="295623"/>
                </a:lnTo>
                <a:lnTo>
                  <a:pt x="137115" y="295624"/>
                </a:lnTo>
                <a:lnTo>
                  <a:pt x="138088" y="295624"/>
                </a:lnTo>
                <a:lnTo>
                  <a:pt x="135171" y="293679"/>
                </a:lnTo>
                <a:lnTo>
                  <a:pt x="135170" y="292706"/>
                </a:lnTo>
                <a:lnTo>
                  <a:pt x="136143" y="292706"/>
                </a:lnTo>
                <a:lnTo>
                  <a:pt x="139060" y="293679"/>
                </a:lnTo>
                <a:lnTo>
                  <a:pt x="141977" y="294651"/>
                </a:lnTo>
                <a:lnTo>
                  <a:pt x="141978" y="293679"/>
                </a:lnTo>
                <a:lnTo>
                  <a:pt x="140033" y="291734"/>
                </a:lnTo>
                <a:lnTo>
                  <a:pt x="140033" y="290761"/>
                </a:lnTo>
                <a:lnTo>
                  <a:pt x="141005" y="290761"/>
                </a:lnTo>
                <a:lnTo>
                  <a:pt x="141978" y="291734"/>
                </a:lnTo>
                <a:lnTo>
                  <a:pt x="143922" y="292707"/>
                </a:lnTo>
                <a:lnTo>
                  <a:pt x="141978" y="290761"/>
                </a:lnTo>
                <a:lnTo>
                  <a:pt x="138088" y="288817"/>
                </a:lnTo>
                <a:lnTo>
                  <a:pt x="137115" y="288816"/>
                </a:lnTo>
                <a:lnTo>
                  <a:pt x="137116" y="290761"/>
                </a:lnTo>
                <a:lnTo>
                  <a:pt x="134198" y="287844"/>
                </a:lnTo>
                <a:lnTo>
                  <a:pt x="132253" y="287844"/>
                </a:lnTo>
                <a:lnTo>
                  <a:pt x="131281" y="287358"/>
                </a:lnTo>
                <a:lnTo>
                  <a:pt x="130308" y="286872"/>
                </a:lnTo>
                <a:lnTo>
                  <a:pt x="127391" y="284927"/>
                </a:lnTo>
                <a:lnTo>
                  <a:pt x="127391" y="283954"/>
                </a:lnTo>
                <a:lnTo>
                  <a:pt x="128363" y="284926"/>
                </a:lnTo>
                <a:lnTo>
                  <a:pt x="129336" y="285899"/>
                </a:lnTo>
                <a:lnTo>
                  <a:pt x="131281" y="286871"/>
                </a:lnTo>
                <a:lnTo>
                  <a:pt x="130308" y="284927"/>
                </a:lnTo>
                <a:lnTo>
                  <a:pt x="128363" y="282981"/>
                </a:lnTo>
                <a:lnTo>
                  <a:pt x="124473" y="280065"/>
                </a:lnTo>
                <a:lnTo>
                  <a:pt x="125446" y="281037"/>
                </a:lnTo>
                <a:lnTo>
                  <a:pt x="124474" y="282009"/>
                </a:lnTo>
                <a:lnTo>
                  <a:pt x="121556" y="280064"/>
                </a:lnTo>
                <a:lnTo>
                  <a:pt x="121556" y="279092"/>
                </a:lnTo>
                <a:lnTo>
                  <a:pt x="122529" y="279092"/>
                </a:lnTo>
                <a:lnTo>
                  <a:pt x="120584" y="277147"/>
                </a:lnTo>
                <a:lnTo>
                  <a:pt x="117666" y="276175"/>
                </a:lnTo>
                <a:lnTo>
                  <a:pt x="118639" y="277147"/>
                </a:lnTo>
                <a:lnTo>
                  <a:pt x="116694" y="276174"/>
                </a:lnTo>
                <a:lnTo>
                  <a:pt x="114749" y="275202"/>
                </a:lnTo>
                <a:lnTo>
                  <a:pt x="113777" y="273257"/>
                </a:lnTo>
                <a:lnTo>
                  <a:pt x="111832" y="271312"/>
                </a:lnTo>
                <a:lnTo>
                  <a:pt x="112804" y="270340"/>
                </a:lnTo>
                <a:lnTo>
                  <a:pt x="114749" y="271312"/>
                </a:lnTo>
                <a:lnTo>
                  <a:pt x="115721" y="271312"/>
                </a:lnTo>
                <a:lnTo>
                  <a:pt x="114749" y="268395"/>
                </a:lnTo>
                <a:lnTo>
                  <a:pt x="113777" y="268395"/>
                </a:lnTo>
                <a:lnTo>
                  <a:pt x="110859" y="267423"/>
                </a:lnTo>
                <a:lnTo>
                  <a:pt x="109887" y="266450"/>
                </a:lnTo>
                <a:lnTo>
                  <a:pt x="108914" y="266451"/>
                </a:lnTo>
                <a:lnTo>
                  <a:pt x="108914" y="267423"/>
                </a:lnTo>
                <a:lnTo>
                  <a:pt x="108915" y="265478"/>
                </a:lnTo>
                <a:lnTo>
                  <a:pt x="109887" y="265478"/>
                </a:lnTo>
                <a:lnTo>
                  <a:pt x="107942" y="263533"/>
                </a:lnTo>
                <a:lnTo>
                  <a:pt x="105997" y="261588"/>
                </a:lnTo>
                <a:lnTo>
                  <a:pt x="104052" y="260616"/>
                </a:lnTo>
                <a:lnTo>
                  <a:pt x="104052" y="258671"/>
                </a:lnTo>
                <a:lnTo>
                  <a:pt x="102107" y="258670"/>
                </a:lnTo>
                <a:lnTo>
                  <a:pt x="101135" y="254781"/>
                </a:lnTo>
                <a:lnTo>
                  <a:pt x="96273" y="250891"/>
                </a:lnTo>
                <a:lnTo>
                  <a:pt x="95300" y="248946"/>
                </a:lnTo>
                <a:lnTo>
                  <a:pt x="94328" y="247974"/>
                </a:lnTo>
                <a:lnTo>
                  <a:pt x="95300" y="247001"/>
                </a:lnTo>
                <a:lnTo>
                  <a:pt x="92383" y="244084"/>
                </a:lnTo>
                <a:lnTo>
                  <a:pt x="91410" y="243111"/>
                </a:lnTo>
                <a:lnTo>
                  <a:pt x="90438" y="244084"/>
                </a:lnTo>
                <a:lnTo>
                  <a:pt x="92383" y="246029"/>
                </a:lnTo>
                <a:lnTo>
                  <a:pt x="93355" y="247974"/>
                </a:lnTo>
                <a:lnTo>
                  <a:pt x="92383" y="247001"/>
                </a:lnTo>
                <a:lnTo>
                  <a:pt x="88493" y="244084"/>
                </a:lnTo>
                <a:lnTo>
                  <a:pt x="89465" y="243111"/>
                </a:lnTo>
                <a:lnTo>
                  <a:pt x="87520" y="241167"/>
                </a:lnTo>
                <a:lnTo>
                  <a:pt x="85576" y="239221"/>
                </a:lnTo>
                <a:lnTo>
                  <a:pt x="85576" y="238249"/>
                </a:lnTo>
                <a:lnTo>
                  <a:pt x="83631" y="237277"/>
                </a:lnTo>
                <a:lnTo>
                  <a:pt x="82658" y="235332"/>
                </a:lnTo>
                <a:lnTo>
                  <a:pt x="82658" y="234360"/>
                </a:lnTo>
                <a:lnTo>
                  <a:pt x="82658" y="233387"/>
                </a:lnTo>
                <a:lnTo>
                  <a:pt x="80713" y="231442"/>
                </a:lnTo>
                <a:lnTo>
                  <a:pt x="84603" y="234359"/>
                </a:lnTo>
                <a:lnTo>
                  <a:pt x="82658" y="232415"/>
                </a:lnTo>
                <a:lnTo>
                  <a:pt x="81686" y="229497"/>
                </a:lnTo>
                <a:lnTo>
                  <a:pt x="76824" y="227552"/>
                </a:lnTo>
                <a:lnTo>
                  <a:pt x="75851" y="226580"/>
                </a:lnTo>
                <a:lnTo>
                  <a:pt x="74879" y="225607"/>
                </a:lnTo>
                <a:lnTo>
                  <a:pt x="74879" y="224635"/>
                </a:lnTo>
                <a:lnTo>
                  <a:pt x="73906" y="223663"/>
                </a:lnTo>
                <a:lnTo>
                  <a:pt x="76824" y="226580"/>
                </a:lnTo>
                <a:lnTo>
                  <a:pt x="76823" y="224635"/>
                </a:lnTo>
                <a:lnTo>
                  <a:pt x="73906" y="219773"/>
                </a:lnTo>
                <a:lnTo>
                  <a:pt x="70989" y="217828"/>
                </a:lnTo>
                <a:lnTo>
                  <a:pt x="70017" y="217827"/>
                </a:lnTo>
                <a:lnTo>
                  <a:pt x="69044" y="216855"/>
                </a:lnTo>
                <a:lnTo>
                  <a:pt x="69044" y="215882"/>
                </a:lnTo>
                <a:lnTo>
                  <a:pt x="70016" y="215883"/>
                </a:lnTo>
                <a:lnTo>
                  <a:pt x="69044" y="213938"/>
                </a:lnTo>
                <a:lnTo>
                  <a:pt x="68072" y="213938"/>
                </a:lnTo>
                <a:lnTo>
                  <a:pt x="68071" y="214911"/>
                </a:lnTo>
                <a:lnTo>
                  <a:pt x="67099" y="213938"/>
                </a:lnTo>
                <a:lnTo>
                  <a:pt x="63209" y="203241"/>
                </a:lnTo>
                <a:lnTo>
                  <a:pt x="67099" y="206158"/>
                </a:lnTo>
                <a:lnTo>
                  <a:pt x="65154" y="204214"/>
                </a:lnTo>
                <a:lnTo>
                  <a:pt x="67099" y="204213"/>
                </a:lnTo>
                <a:lnTo>
                  <a:pt x="67099" y="203241"/>
                </a:lnTo>
                <a:lnTo>
                  <a:pt x="67099" y="202269"/>
                </a:lnTo>
                <a:lnTo>
                  <a:pt x="68072" y="202269"/>
                </a:lnTo>
                <a:lnTo>
                  <a:pt x="66127" y="200324"/>
                </a:lnTo>
                <a:lnTo>
                  <a:pt x="64182" y="197406"/>
                </a:lnTo>
                <a:lnTo>
                  <a:pt x="64182" y="199351"/>
                </a:lnTo>
                <a:lnTo>
                  <a:pt x="63209" y="199351"/>
                </a:lnTo>
                <a:lnTo>
                  <a:pt x="61264" y="198379"/>
                </a:lnTo>
                <a:lnTo>
                  <a:pt x="58347" y="196434"/>
                </a:lnTo>
                <a:lnTo>
                  <a:pt x="57374" y="195461"/>
                </a:lnTo>
                <a:lnTo>
                  <a:pt x="56402" y="196434"/>
                </a:lnTo>
                <a:lnTo>
                  <a:pt x="54457" y="192544"/>
                </a:lnTo>
                <a:lnTo>
                  <a:pt x="54457" y="189627"/>
                </a:lnTo>
                <a:lnTo>
                  <a:pt x="54457" y="187682"/>
                </a:lnTo>
                <a:lnTo>
                  <a:pt x="51540" y="183792"/>
                </a:lnTo>
                <a:lnTo>
                  <a:pt x="51540" y="181847"/>
                </a:lnTo>
                <a:lnTo>
                  <a:pt x="51540" y="180875"/>
                </a:lnTo>
                <a:lnTo>
                  <a:pt x="50567" y="177958"/>
                </a:lnTo>
                <a:lnTo>
                  <a:pt x="48623" y="174067"/>
                </a:lnTo>
                <a:lnTo>
                  <a:pt x="46678" y="173095"/>
                </a:lnTo>
                <a:lnTo>
                  <a:pt x="46678" y="174068"/>
                </a:lnTo>
                <a:lnTo>
                  <a:pt x="46678" y="175040"/>
                </a:lnTo>
                <a:lnTo>
                  <a:pt x="47650" y="176013"/>
                </a:lnTo>
                <a:lnTo>
                  <a:pt x="46678" y="176012"/>
                </a:lnTo>
                <a:lnTo>
                  <a:pt x="43760" y="170178"/>
                </a:lnTo>
                <a:lnTo>
                  <a:pt x="42788" y="169206"/>
                </a:lnTo>
                <a:lnTo>
                  <a:pt x="41815" y="167261"/>
                </a:lnTo>
                <a:lnTo>
                  <a:pt x="42788" y="171150"/>
                </a:lnTo>
                <a:lnTo>
                  <a:pt x="41815" y="173095"/>
                </a:lnTo>
                <a:lnTo>
                  <a:pt x="39870" y="169205"/>
                </a:lnTo>
                <a:lnTo>
                  <a:pt x="40843" y="169205"/>
                </a:lnTo>
                <a:lnTo>
                  <a:pt x="38898" y="166288"/>
                </a:lnTo>
                <a:lnTo>
                  <a:pt x="37926" y="165315"/>
                </a:lnTo>
                <a:lnTo>
                  <a:pt x="36953" y="164343"/>
                </a:lnTo>
                <a:lnTo>
                  <a:pt x="35008" y="161426"/>
                </a:lnTo>
                <a:lnTo>
                  <a:pt x="35008" y="158508"/>
                </a:lnTo>
                <a:lnTo>
                  <a:pt x="36953" y="160453"/>
                </a:lnTo>
                <a:lnTo>
                  <a:pt x="37926" y="163371"/>
                </a:lnTo>
                <a:lnTo>
                  <a:pt x="39871" y="165316"/>
                </a:lnTo>
                <a:lnTo>
                  <a:pt x="40843" y="165316"/>
                </a:lnTo>
                <a:lnTo>
                  <a:pt x="37926" y="160453"/>
                </a:lnTo>
                <a:lnTo>
                  <a:pt x="36953" y="159157"/>
                </a:lnTo>
                <a:lnTo>
                  <a:pt x="36953" y="155591"/>
                </a:lnTo>
                <a:lnTo>
                  <a:pt x="35981" y="153647"/>
                </a:lnTo>
                <a:lnTo>
                  <a:pt x="35008" y="151701"/>
                </a:lnTo>
                <a:lnTo>
                  <a:pt x="36953" y="153646"/>
                </a:lnTo>
                <a:lnTo>
                  <a:pt x="35981" y="149756"/>
                </a:lnTo>
                <a:lnTo>
                  <a:pt x="35981" y="147811"/>
                </a:lnTo>
                <a:lnTo>
                  <a:pt x="36953" y="145867"/>
                </a:lnTo>
                <a:lnTo>
                  <a:pt x="35008" y="142949"/>
                </a:lnTo>
                <a:lnTo>
                  <a:pt x="34036" y="142949"/>
                </a:lnTo>
                <a:lnTo>
                  <a:pt x="34036" y="143921"/>
                </a:lnTo>
                <a:lnTo>
                  <a:pt x="33063" y="144894"/>
                </a:lnTo>
                <a:lnTo>
                  <a:pt x="29174" y="136142"/>
                </a:lnTo>
                <a:lnTo>
                  <a:pt x="25284" y="130307"/>
                </a:lnTo>
                <a:lnTo>
                  <a:pt x="25284" y="129335"/>
                </a:lnTo>
                <a:lnTo>
                  <a:pt x="26256" y="128362"/>
                </a:lnTo>
                <a:lnTo>
                  <a:pt x="28201" y="130307"/>
                </a:lnTo>
                <a:lnTo>
                  <a:pt x="23339" y="119611"/>
                </a:lnTo>
                <a:lnTo>
                  <a:pt x="19449" y="108913"/>
                </a:lnTo>
                <a:lnTo>
                  <a:pt x="19449" y="109886"/>
                </a:lnTo>
                <a:lnTo>
                  <a:pt x="18477" y="109886"/>
                </a:lnTo>
                <a:lnTo>
                  <a:pt x="17504" y="106969"/>
                </a:lnTo>
                <a:lnTo>
                  <a:pt x="16532" y="104052"/>
                </a:lnTo>
                <a:lnTo>
                  <a:pt x="16532" y="103079"/>
                </a:lnTo>
                <a:lnTo>
                  <a:pt x="17504" y="103079"/>
                </a:lnTo>
                <a:lnTo>
                  <a:pt x="16532" y="101134"/>
                </a:lnTo>
                <a:lnTo>
                  <a:pt x="17504" y="100161"/>
                </a:lnTo>
                <a:lnTo>
                  <a:pt x="17504" y="98217"/>
                </a:lnTo>
                <a:lnTo>
                  <a:pt x="13614" y="90438"/>
                </a:lnTo>
                <a:lnTo>
                  <a:pt x="10697" y="82658"/>
                </a:lnTo>
                <a:lnTo>
                  <a:pt x="9725" y="75850"/>
                </a:lnTo>
                <a:lnTo>
                  <a:pt x="7780" y="70016"/>
                </a:lnTo>
                <a:lnTo>
                  <a:pt x="4862" y="58346"/>
                </a:lnTo>
                <a:lnTo>
                  <a:pt x="4862" y="56402"/>
                </a:lnTo>
                <a:lnTo>
                  <a:pt x="5835" y="55429"/>
                </a:lnTo>
                <a:lnTo>
                  <a:pt x="6807" y="55429"/>
                </a:lnTo>
                <a:lnTo>
                  <a:pt x="6807" y="53484"/>
                </a:lnTo>
                <a:lnTo>
                  <a:pt x="5835" y="51539"/>
                </a:lnTo>
                <a:lnTo>
                  <a:pt x="5835" y="52511"/>
                </a:lnTo>
                <a:lnTo>
                  <a:pt x="4862" y="52512"/>
                </a:lnTo>
                <a:lnTo>
                  <a:pt x="4863" y="50566"/>
                </a:lnTo>
                <a:lnTo>
                  <a:pt x="4862" y="44732"/>
                </a:lnTo>
                <a:lnTo>
                  <a:pt x="3890" y="39870"/>
                </a:lnTo>
                <a:lnTo>
                  <a:pt x="2918" y="35980"/>
                </a:lnTo>
                <a:lnTo>
                  <a:pt x="3890" y="35980"/>
                </a:lnTo>
                <a:lnTo>
                  <a:pt x="4862" y="36952"/>
                </a:lnTo>
                <a:lnTo>
                  <a:pt x="4863" y="34035"/>
                </a:lnTo>
                <a:lnTo>
                  <a:pt x="3890" y="31118"/>
                </a:lnTo>
                <a:lnTo>
                  <a:pt x="2918" y="24311"/>
                </a:lnTo>
                <a:lnTo>
                  <a:pt x="1945" y="27228"/>
                </a:lnTo>
                <a:lnTo>
                  <a:pt x="973" y="22365"/>
                </a:lnTo>
                <a:lnTo>
                  <a:pt x="972" y="17504"/>
                </a:lnTo>
                <a:lnTo>
                  <a:pt x="0" y="8751"/>
                </a:lnTo>
                <a:lnTo>
                  <a:pt x="972" y="8751"/>
                </a:lnTo>
                <a:lnTo>
                  <a:pt x="973" y="4861"/>
                </a:lnTo>
                <a:close/>
                <a:moveTo>
                  <a:pt x="972" y="0"/>
                </a:moveTo>
                <a:lnTo>
                  <a:pt x="1945" y="2917"/>
                </a:lnTo>
                <a:lnTo>
                  <a:pt x="1884" y="3039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Freeform 33"/>
          <p:cNvSpPr>
            <a:spLocks/>
          </p:cNvSpPr>
          <p:nvPr/>
        </p:nvSpPr>
        <p:spPr bwMode="auto">
          <a:xfrm rot="9377604">
            <a:off x="3925861" y="3316840"/>
            <a:ext cx="1288495" cy="722529"/>
          </a:xfrm>
          <a:custGeom>
            <a:avLst/>
            <a:gdLst/>
            <a:ahLst/>
            <a:cxnLst/>
            <a:rect l="l" t="t" r="r" b="b"/>
            <a:pathLst>
              <a:path w="1288494" h="722529">
                <a:moveTo>
                  <a:pt x="1884" y="3038"/>
                </a:moveTo>
                <a:lnTo>
                  <a:pt x="972" y="0"/>
                </a:lnTo>
                <a:lnTo>
                  <a:pt x="1944" y="2917"/>
                </a:lnTo>
                <a:close/>
                <a:moveTo>
                  <a:pt x="4861" y="18476"/>
                </a:moveTo>
                <a:lnTo>
                  <a:pt x="4667" y="18087"/>
                </a:lnTo>
                <a:lnTo>
                  <a:pt x="3889" y="14587"/>
                </a:lnTo>
                <a:lnTo>
                  <a:pt x="4861" y="15559"/>
                </a:lnTo>
                <a:close/>
                <a:moveTo>
                  <a:pt x="5834" y="23339"/>
                </a:moveTo>
                <a:lnTo>
                  <a:pt x="5658" y="22543"/>
                </a:lnTo>
                <a:lnTo>
                  <a:pt x="5834" y="22366"/>
                </a:lnTo>
                <a:close/>
                <a:moveTo>
                  <a:pt x="15559" y="110859"/>
                </a:moveTo>
                <a:lnTo>
                  <a:pt x="14586" y="108914"/>
                </a:lnTo>
                <a:lnTo>
                  <a:pt x="15559" y="108914"/>
                </a:lnTo>
                <a:lnTo>
                  <a:pt x="15558" y="106969"/>
                </a:lnTo>
                <a:lnTo>
                  <a:pt x="14586" y="105024"/>
                </a:lnTo>
                <a:lnTo>
                  <a:pt x="14586" y="103079"/>
                </a:lnTo>
                <a:lnTo>
                  <a:pt x="13614" y="101134"/>
                </a:lnTo>
                <a:lnTo>
                  <a:pt x="15558" y="104052"/>
                </a:lnTo>
                <a:lnTo>
                  <a:pt x="16531" y="104052"/>
                </a:lnTo>
                <a:lnTo>
                  <a:pt x="15558" y="105024"/>
                </a:lnTo>
                <a:lnTo>
                  <a:pt x="16531" y="109887"/>
                </a:lnTo>
                <a:lnTo>
                  <a:pt x="16531" y="110859"/>
                </a:lnTo>
                <a:close/>
                <a:moveTo>
                  <a:pt x="35007" y="151701"/>
                </a:moveTo>
                <a:lnTo>
                  <a:pt x="34035" y="149757"/>
                </a:lnTo>
                <a:lnTo>
                  <a:pt x="33063" y="148784"/>
                </a:lnTo>
                <a:lnTo>
                  <a:pt x="32090" y="149757"/>
                </a:lnTo>
                <a:lnTo>
                  <a:pt x="25283" y="137115"/>
                </a:lnTo>
                <a:lnTo>
                  <a:pt x="26256" y="137115"/>
                </a:lnTo>
                <a:lnTo>
                  <a:pt x="25283" y="136142"/>
                </a:lnTo>
                <a:lnTo>
                  <a:pt x="25283" y="133225"/>
                </a:lnTo>
                <a:lnTo>
                  <a:pt x="28201" y="141005"/>
                </a:lnTo>
                <a:lnTo>
                  <a:pt x="30146" y="144895"/>
                </a:lnTo>
                <a:lnTo>
                  <a:pt x="33063" y="147812"/>
                </a:lnTo>
                <a:lnTo>
                  <a:pt x="33063" y="146839"/>
                </a:lnTo>
                <a:lnTo>
                  <a:pt x="34035" y="148785"/>
                </a:lnTo>
                <a:close/>
                <a:moveTo>
                  <a:pt x="35007" y="151702"/>
                </a:moveTo>
                <a:lnTo>
                  <a:pt x="35007" y="151702"/>
                </a:lnTo>
                <a:lnTo>
                  <a:pt x="35007" y="151701"/>
                </a:lnTo>
                <a:close/>
                <a:moveTo>
                  <a:pt x="36953" y="159481"/>
                </a:moveTo>
                <a:lnTo>
                  <a:pt x="35007" y="156564"/>
                </a:lnTo>
                <a:lnTo>
                  <a:pt x="36953" y="159158"/>
                </a:lnTo>
                <a:close/>
                <a:moveTo>
                  <a:pt x="49595" y="184765"/>
                </a:moveTo>
                <a:lnTo>
                  <a:pt x="48622" y="183793"/>
                </a:lnTo>
                <a:lnTo>
                  <a:pt x="46677" y="182820"/>
                </a:lnTo>
                <a:lnTo>
                  <a:pt x="45705" y="179903"/>
                </a:lnTo>
                <a:lnTo>
                  <a:pt x="46677" y="179903"/>
                </a:lnTo>
                <a:lnTo>
                  <a:pt x="46677" y="178930"/>
                </a:lnTo>
                <a:lnTo>
                  <a:pt x="47649" y="177958"/>
                </a:lnTo>
                <a:lnTo>
                  <a:pt x="49594" y="178930"/>
                </a:lnTo>
                <a:lnTo>
                  <a:pt x="49595" y="180875"/>
                </a:lnTo>
                <a:lnTo>
                  <a:pt x="51539" y="183792"/>
                </a:lnTo>
                <a:lnTo>
                  <a:pt x="50567" y="184765"/>
                </a:lnTo>
                <a:close/>
                <a:moveTo>
                  <a:pt x="70988" y="218801"/>
                </a:moveTo>
                <a:lnTo>
                  <a:pt x="70016" y="217828"/>
                </a:lnTo>
                <a:lnTo>
                  <a:pt x="70016" y="217828"/>
                </a:lnTo>
                <a:close/>
                <a:moveTo>
                  <a:pt x="978282" y="620422"/>
                </a:moveTo>
                <a:lnTo>
                  <a:pt x="979254" y="620422"/>
                </a:lnTo>
                <a:lnTo>
                  <a:pt x="979164" y="620513"/>
                </a:lnTo>
                <a:close/>
                <a:moveTo>
                  <a:pt x="94327" y="249919"/>
                </a:moveTo>
                <a:lnTo>
                  <a:pt x="93354" y="247974"/>
                </a:lnTo>
                <a:lnTo>
                  <a:pt x="94327" y="248946"/>
                </a:lnTo>
                <a:close/>
                <a:moveTo>
                  <a:pt x="1137764" y="721557"/>
                </a:moveTo>
                <a:lnTo>
                  <a:pt x="1129985" y="714750"/>
                </a:lnTo>
                <a:lnTo>
                  <a:pt x="1137764" y="708915"/>
                </a:lnTo>
                <a:lnTo>
                  <a:pt x="1146516" y="703081"/>
                </a:lnTo>
                <a:lnTo>
                  <a:pt x="1156241" y="696273"/>
                </a:lnTo>
                <a:lnTo>
                  <a:pt x="1168883" y="690439"/>
                </a:lnTo>
                <a:lnTo>
                  <a:pt x="1209725" y="669045"/>
                </a:lnTo>
                <a:lnTo>
                  <a:pt x="1220422" y="662238"/>
                </a:lnTo>
                <a:lnTo>
                  <a:pt x="1229175" y="655431"/>
                </a:lnTo>
                <a:lnTo>
                  <a:pt x="1237927" y="647651"/>
                </a:lnTo>
                <a:lnTo>
                  <a:pt x="1243761" y="639872"/>
                </a:lnTo>
                <a:lnTo>
                  <a:pt x="1243761" y="639871"/>
                </a:lnTo>
                <a:lnTo>
                  <a:pt x="1245706" y="638899"/>
                </a:lnTo>
                <a:lnTo>
                  <a:pt x="1243275" y="638899"/>
                </a:lnTo>
                <a:lnTo>
                  <a:pt x="1242789" y="637927"/>
                </a:lnTo>
                <a:lnTo>
                  <a:pt x="1240844" y="635982"/>
                </a:lnTo>
                <a:lnTo>
                  <a:pt x="1237926" y="634037"/>
                </a:lnTo>
                <a:lnTo>
                  <a:pt x="1226257" y="630147"/>
                </a:lnTo>
                <a:lnTo>
                  <a:pt x="1207781" y="625285"/>
                </a:lnTo>
                <a:lnTo>
                  <a:pt x="1182497" y="620423"/>
                </a:lnTo>
                <a:lnTo>
                  <a:pt x="1113453" y="607781"/>
                </a:lnTo>
                <a:lnTo>
                  <a:pt x="1074555" y="600001"/>
                </a:lnTo>
                <a:lnTo>
                  <a:pt x="1060941" y="596111"/>
                </a:lnTo>
                <a:lnTo>
                  <a:pt x="1048299" y="592222"/>
                </a:lnTo>
                <a:lnTo>
                  <a:pt x="1036630" y="587359"/>
                </a:lnTo>
                <a:lnTo>
                  <a:pt x="1027878" y="583470"/>
                </a:lnTo>
                <a:lnTo>
                  <a:pt x="1020098" y="579580"/>
                </a:lnTo>
                <a:lnTo>
                  <a:pt x="1014263" y="574718"/>
                </a:lnTo>
                <a:lnTo>
                  <a:pt x="1009401" y="569855"/>
                </a:lnTo>
                <a:lnTo>
                  <a:pt x="1006484" y="564993"/>
                </a:lnTo>
                <a:lnTo>
                  <a:pt x="1002594" y="554296"/>
                </a:lnTo>
                <a:lnTo>
                  <a:pt x="1030795" y="566938"/>
                </a:lnTo>
                <a:lnTo>
                  <a:pt x="1058996" y="577635"/>
                </a:lnTo>
                <a:lnTo>
                  <a:pt x="1087197" y="587360"/>
                </a:lnTo>
                <a:lnTo>
                  <a:pt x="1116370" y="596112"/>
                </a:lnTo>
                <a:lnTo>
                  <a:pt x="1145544" y="602918"/>
                </a:lnTo>
                <a:lnTo>
                  <a:pt x="1174717" y="609726"/>
                </a:lnTo>
                <a:lnTo>
                  <a:pt x="1204863" y="614588"/>
                </a:lnTo>
                <a:lnTo>
                  <a:pt x="1234037" y="618478"/>
                </a:lnTo>
                <a:lnTo>
                  <a:pt x="1248623" y="618478"/>
                </a:lnTo>
                <a:lnTo>
                  <a:pt x="1260293" y="619450"/>
                </a:lnTo>
                <a:lnTo>
                  <a:pt x="1270017" y="620422"/>
                </a:lnTo>
                <a:lnTo>
                  <a:pt x="1277797" y="622368"/>
                </a:lnTo>
                <a:lnTo>
                  <a:pt x="1283632" y="625285"/>
                </a:lnTo>
                <a:lnTo>
                  <a:pt x="1285577" y="628202"/>
                </a:lnTo>
                <a:lnTo>
                  <a:pt x="1287521" y="630147"/>
                </a:lnTo>
                <a:lnTo>
                  <a:pt x="1288494" y="634037"/>
                </a:lnTo>
                <a:lnTo>
                  <a:pt x="1287522" y="637927"/>
                </a:lnTo>
                <a:lnTo>
                  <a:pt x="1285577" y="642789"/>
                </a:lnTo>
                <a:lnTo>
                  <a:pt x="1282659" y="646679"/>
                </a:lnTo>
                <a:lnTo>
                  <a:pt x="1277797" y="650569"/>
                </a:lnTo>
                <a:lnTo>
                  <a:pt x="1271962" y="654458"/>
                </a:lnTo>
                <a:lnTo>
                  <a:pt x="1264183" y="658348"/>
                </a:lnTo>
                <a:lnTo>
                  <a:pt x="1255431" y="662238"/>
                </a:lnTo>
                <a:lnTo>
                  <a:pt x="1235982" y="670017"/>
                </a:lnTo>
                <a:lnTo>
                  <a:pt x="1215560" y="676825"/>
                </a:lnTo>
                <a:lnTo>
                  <a:pt x="1207781" y="680714"/>
                </a:lnTo>
                <a:lnTo>
                  <a:pt x="1199029" y="685576"/>
                </a:lnTo>
                <a:lnTo>
                  <a:pt x="1179580" y="698218"/>
                </a:lnTo>
                <a:lnTo>
                  <a:pt x="1146516" y="722529"/>
                </a:lnTo>
                <a:lnTo>
                  <a:pt x="1140682" y="722529"/>
                </a:lnTo>
                <a:close/>
                <a:moveTo>
                  <a:pt x="909238" y="622367"/>
                </a:moveTo>
                <a:lnTo>
                  <a:pt x="909238" y="622367"/>
                </a:lnTo>
                <a:lnTo>
                  <a:pt x="909463" y="622367"/>
                </a:lnTo>
                <a:close/>
                <a:moveTo>
                  <a:pt x="908266" y="623340"/>
                </a:moveTo>
                <a:lnTo>
                  <a:pt x="908266" y="622367"/>
                </a:lnTo>
                <a:lnTo>
                  <a:pt x="909238" y="622367"/>
                </a:lnTo>
                <a:close/>
                <a:moveTo>
                  <a:pt x="141977" y="301459"/>
                </a:moveTo>
                <a:lnTo>
                  <a:pt x="141977" y="301459"/>
                </a:lnTo>
                <a:lnTo>
                  <a:pt x="141977" y="301459"/>
                </a:lnTo>
                <a:close/>
                <a:moveTo>
                  <a:pt x="142949" y="302431"/>
                </a:moveTo>
                <a:lnTo>
                  <a:pt x="141977" y="301459"/>
                </a:lnTo>
                <a:lnTo>
                  <a:pt x="142949" y="301459"/>
                </a:lnTo>
                <a:close/>
                <a:moveTo>
                  <a:pt x="244084" y="368557"/>
                </a:moveTo>
                <a:lnTo>
                  <a:pt x="241795" y="366956"/>
                </a:lnTo>
                <a:lnTo>
                  <a:pt x="242139" y="366613"/>
                </a:lnTo>
                <a:close/>
                <a:moveTo>
                  <a:pt x="641815" y="565965"/>
                </a:moveTo>
                <a:lnTo>
                  <a:pt x="641815" y="565965"/>
                </a:lnTo>
                <a:lnTo>
                  <a:pt x="644732" y="565965"/>
                </a:lnTo>
                <a:lnTo>
                  <a:pt x="642787" y="565965"/>
                </a:lnTo>
                <a:close/>
                <a:moveTo>
                  <a:pt x="458992" y="489140"/>
                </a:moveTo>
                <a:lnTo>
                  <a:pt x="457050" y="488169"/>
                </a:lnTo>
                <a:lnTo>
                  <a:pt x="458995" y="489141"/>
                </a:lnTo>
                <a:close/>
                <a:moveTo>
                  <a:pt x="333549" y="441491"/>
                </a:moveTo>
                <a:lnTo>
                  <a:pt x="331604" y="439546"/>
                </a:lnTo>
                <a:lnTo>
                  <a:pt x="334521" y="440519"/>
                </a:lnTo>
                <a:lnTo>
                  <a:pt x="334521" y="441491"/>
                </a:lnTo>
                <a:close/>
                <a:moveTo>
                  <a:pt x="339384" y="444409"/>
                </a:moveTo>
                <a:lnTo>
                  <a:pt x="337439" y="442464"/>
                </a:lnTo>
                <a:lnTo>
                  <a:pt x="338411" y="443436"/>
                </a:lnTo>
                <a:lnTo>
                  <a:pt x="340356" y="444408"/>
                </a:lnTo>
                <a:close/>
                <a:moveTo>
                  <a:pt x="448298" y="498866"/>
                </a:moveTo>
                <a:lnTo>
                  <a:pt x="445381" y="495948"/>
                </a:lnTo>
                <a:lnTo>
                  <a:pt x="448298" y="496921"/>
                </a:lnTo>
                <a:lnTo>
                  <a:pt x="449271" y="496921"/>
                </a:lnTo>
                <a:lnTo>
                  <a:pt x="448298" y="495948"/>
                </a:lnTo>
                <a:lnTo>
                  <a:pt x="445381" y="494003"/>
                </a:lnTo>
                <a:lnTo>
                  <a:pt x="442463" y="493031"/>
                </a:lnTo>
                <a:lnTo>
                  <a:pt x="439546" y="492059"/>
                </a:lnTo>
                <a:lnTo>
                  <a:pt x="435656" y="491086"/>
                </a:lnTo>
                <a:lnTo>
                  <a:pt x="436629" y="493031"/>
                </a:lnTo>
                <a:lnTo>
                  <a:pt x="433711" y="491086"/>
                </a:lnTo>
                <a:lnTo>
                  <a:pt x="431766" y="490113"/>
                </a:lnTo>
                <a:lnTo>
                  <a:pt x="428849" y="490114"/>
                </a:lnTo>
                <a:lnTo>
                  <a:pt x="428849" y="489141"/>
                </a:lnTo>
                <a:lnTo>
                  <a:pt x="424959" y="487196"/>
                </a:lnTo>
                <a:lnTo>
                  <a:pt x="423014" y="486224"/>
                </a:lnTo>
                <a:lnTo>
                  <a:pt x="422042" y="487196"/>
                </a:lnTo>
                <a:lnTo>
                  <a:pt x="415235" y="483306"/>
                </a:lnTo>
                <a:lnTo>
                  <a:pt x="407455" y="479417"/>
                </a:lnTo>
                <a:lnTo>
                  <a:pt x="400648" y="475527"/>
                </a:lnTo>
                <a:lnTo>
                  <a:pt x="397730" y="473582"/>
                </a:lnTo>
                <a:lnTo>
                  <a:pt x="395786" y="471637"/>
                </a:lnTo>
                <a:lnTo>
                  <a:pt x="392869" y="470665"/>
                </a:lnTo>
                <a:lnTo>
                  <a:pt x="391896" y="470664"/>
                </a:lnTo>
                <a:lnTo>
                  <a:pt x="392868" y="471637"/>
                </a:lnTo>
                <a:lnTo>
                  <a:pt x="393841" y="471637"/>
                </a:lnTo>
                <a:lnTo>
                  <a:pt x="395786" y="472610"/>
                </a:lnTo>
                <a:lnTo>
                  <a:pt x="393841" y="472610"/>
                </a:lnTo>
                <a:lnTo>
                  <a:pt x="390924" y="470665"/>
                </a:lnTo>
                <a:lnTo>
                  <a:pt x="390924" y="469692"/>
                </a:lnTo>
                <a:lnTo>
                  <a:pt x="391896" y="469692"/>
                </a:lnTo>
                <a:lnTo>
                  <a:pt x="388006" y="467747"/>
                </a:lnTo>
                <a:lnTo>
                  <a:pt x="385089" y="466775"/>
                </a:lnTo>
                <a:lnTo>
                  <a:pt x="381199" y="466775"/>
                </a:lnTo>
                <a:lnTo>
                  <a:pt x="377309" y="463857"/>
                </a:lnTo>
                <a:lnTo>
                  <a:pt x="374392" y="461913"/>
                </a:lnTo>
                <a:lnTo>
                  <a:pt x="369530" y="460940"/>
                </a:lnTo>
                <a:lnTo>
                  <a:pt x="367585" y="458995"/>
                </a:lnTo>
                <a:lnTo>
                  <a:pt x="366613" y="458995"/>
                </a:lnTo>
                <a:lnTo>
                  <a:pt x="367585" y="457050"/>
                </a:lnTo>
                <a:lnTo>
                  <a:pt x="363695" y="455105"/>
                </a:lnTo>
                <a:lnTo>
                  <a:pt x="360777" y="454133"/>
                </a:lnTo>
                <a:lnTo>
                  <a:pt x="357860" y="451216"/>
                </a:lnTo>
                <a:lnTo>
                  <a:pt x="357860" y="452188"/>
                </a:lnTo>
                <a:lnTo>
                  <a:pt x="356887" y="451216"/>
                </a:lnTo>
                <a:lnTo>
                  <a:pt x="353970" y="450243"/>
                </a:lnTo>
                <a:lnTo>
                  <a:pt x="354943" y="450243"/>
                </a:lnTo>
                <a:lnTo>
                  <a:pt x="352998" y="449271"/>
                </a:lnTo>
                <a:lnTo>
                  <a:pt x="350081" y="447326"/>
                </a:lnTo>
                <a:lnTo>
                  <a:pt x="352026" y="449271"/>
                </a:lnTo>
                <a:lnTo>
                  <a:pt x="354943" y="451216"/>
                </a:lnTo>
                <a:lnTo>
                  <a:pt x="349108" y="449271"/>
                </a:lnTo>
                <a:lnTo>
                  <a:pt x="347164" y="447326"/>
                </a:lnTo>
                <a:lnTo>
                  <a:pt x="343274" y="445381"/>
                </a:lnTo>
                <a:lnTo>
                  <a:pt x="340356" y="444408"/>
                </a:lnTo>
                <a:lnTo>
                  <a:pt x="339384" y="442464"/>
                </a:lnTo>
                <a:lnTo>
                  <a:pt x="336467" y="440519"/>
                </a:lnTo>
                <a:lnTo>
                  <a:pt x="334521" y="440519"/>
                </a:lnTo>
                <a:lnTo>
                  <a:pt x="330632" y="437601"/>
                </a:lnTo>
                <a:lnTo>
                  <a:pt x="329659" y="437601"/>
                </a:lnTo>
                <a:lnTo>
                  <a:pt x="327715" y="436629"/>
                </a:lnTo>
                <a:lnTo>
                  <a:pt x="324797" y="435657"/>
                </a:lnTo>
                <a:lnTo>
                  <a:pt x="322852" y="434684"/>
                </a:lnTo>
                <a:lnTo>
                  <a:pt x="320907" y="434684"/>
                </a:lnTo>
                <a:lnTo>
                  <a:pt x="314100" y="429822"/>
                </a:lnTo>
                <a:lnTo>
                  <a:pt x="315072" y="429822"/>
                </a:lnTo>
                <a:lnTo>
                  <a:pt x="311183" y="426904"/>
                </a:lnTo>
                <a:lnTo>
                  <a:pt x="306320" y="424960"/>
                </a:lnTo>
                <a:lnTo>
                  <a:pt x="307293" y="424960"/>
                </a:lnTo>
                <a:lnTo>
                  <a:pt x="303403" y="423015"/>
                </a:lnTo>
                <a:lnTo>
                  <a:pt x="300486" y="421070"/>
                </a:lnTo>
                <a:lnTo>
                  <a:pt x="298541" y="420097"/>
                </a:lnTo>
                <a:lnTo>
                  <a:pt x="298541" y="418152"/>
                </a:lnTo>
                <a:lnTo>
                  <a:pt x="298541" y="417180"/>
                </a:lnTo>
                <a:lnTo>
                  <a:pt x="296596" y="416208"/>
                </a:lnTo>
                <a:lnTo>
                  <a:pt x="293678" y="415235"/>
                </a:lnTo>
                <a:lnTo>
                  <a:pt x="291734" y="414263"/>
                </a:lnTo>
                <a:lnTo>
                  <a:pt x="290761" y="415235"/>
                </a:lnTo>
                <a:lnTo>
                  <a:pt x="290761" y="416208"/>
                </a:lnTo>
                <a:lnTo>
                  <a:pt x="281037" y="409401"/>
                </a:lnTo>
                <a:lnTo>
                  <a:pt x="276175" y="406483"/>
                </a:lnTo>
                <a:lnTo>
                  <a:pt x="271312" y="402593"/>
                </a:lnTo>
                <a:lnTo>
                  <a:pt x="270340" y="402593"/>
                </a:lnTo>
                <a:lnTo>
                  <a:pt x="269368" y="401621"/>
                </a:lnTo>
                <a:lnTo>
                  <a:pt x="254781" y="392869"/>
                </a:lnTo>
                <a:lnTo>
                  <a:pt x="247973" y="388007"/>
                </a:lnTo>
                <a:lnTo>
                  <a:pt x="243112" y="383144"/>
                </a:lnTo>
                <a:lnTo>
                  <a:pt x="244084" y="384117"/>
                </a:lnTo>
                <a:lnTo>
                  <a:pt x="244083" y="383144"/>
                </a:lnTo>
                <a:lnTo>
                  <a:pt x="244083" y="382172"/>
                </a:lnTo>
                <a:lnTo>
                  <a:pt x="242139" y="381200"/>
                </a:lnTo>
                <a:lnTo>
                  <a:pt x="241166" y="380227"/>
                </a:lnTo>
                <a:lnTo>
                  <a:pt x="240194" y="380227"/>
                </a:lnTo>
                <a:lnTo>
                  <a:pt x="240194" y="381199"/>
                </a:lnTo>
                <a:lnTo>
                  <a:pt x="241166" y="383144"/>
                </a:lnTo>
                <a:lnTo>
                  <a:pt x="232414" y="376337"/>
                </a:lnTo>
                <a:lnTo>
                  <a:pt x="225607" y="370502"/>
                </a:lnTo>
                <a:lnTo>
                  <a:pt x="225607" y="371475"/>
                </a:lnTo>
                <a:lnTo>
                  <a:pt x="223663" y="370503"/>
                </a:lnTo>
                <a:lnTo>
                  <a:pt x="223663" y="369530"/>
                </a:lnTo>
                <a:lnTo>
                  <a:pt x="222690" y="368558"/>
                </a:lnTo>
                <a:lnTo>
                  <a:pt x="217827" y="364668"/>
                </a:lnTo>
                <a:lnTo>
                  <a:pt x="216856" y="365640"/>
                </a:lnTo>
                <a:lnTo>
                  <a:pt x="215883" y="363696"/>
                </a:lnTo>
                <a:lnTo>
                  <a:pt x="213938" y="362723"/>
                </a:lnTo>
                <a:lnTo>
                  <a:pt x="212965" y="362723"/>
                </a:lnTo>
                <a:lnTo>
                  <a:pt x="211021" y="360778"/>
                </a:lnTo>
                <a:lnTo>
                  <a:pt x="211021" y="359806"/>
                </a:lnTo>
                <a:lnTo>
                  <a:pt x="205186" y="356888"/>
                </a:lnTo>
                <a:lnTo>
                  <a:pt x="199351" y="352026"/>
                </a:lnTo>
                <a:lnTo>
                  <a:pt x="198379" y="349109"/>
                </a:lnTo>
                <a:lnTo>
                  <a:pt x="195461" y="348136"/>
                </a:lnTo>
                <a:lnTo>
                  <a:pt x="195461" y="349109"/>
                </a:lnTo>
                <a:lnTo>
                  <a:pt x="189627" y="342302"/>
                </a:lnTo>
                <a:lnTo>
                  <a:pt x="186709" y="338412"/>
                </a:lnTo>
                <a:lnTo>
                  <a:pt x="177957" y="333550"/>
                </a:lnTo>
                <a:lnTo>
                  <a:pt x="169205" y="326742"/>
                </a:lnTo>
                <a:lnTo>
                  <a:pt x="151701" y="311183"/>
                </a:lnTo>
                <a:lnTo>
                  <a:pt x="152674" y="311183"/>
                </a:lnTo>
                <a:lnTo>
                  <a:pt x="150729" y="309238"/>
                </a:lnTo>
                <a:lnTo>
                  <a:pt x="149757" y="309238"/>
                </a:lnTo>
                <a:lnTo>
                  <a:pt x="148784" y="308266"/>
                </a:lnTo>
                <a:lnTo>
                  <a:pt x="148784" y="307293"/>
                </a:lnTo>
                <a:lnTo>
                  <a:pt x="148784" y="306321"/>
                </a:lnTo>
                <a:lnTo>
                  <a:pt x="150729" y="306321"/>
                </a:lnTo>
                <a:lnTo>
                  <a:pt x="147812" y="304376"/>
                </a:lnTo>
                <a:lnTo>
                  <a:pt x="145867" y="302431"/>
                </a:lnTo>
                <a:lnTo>
                  <a:pt x="141977" y="300486"/>
                </a:lnTo>
                <a:lnTo>
                  <a:pt x="141977" y="301459"/>
                </a:lnTo>
                <a:lnTo>
                  <a:pt x="140032" y="299514"/>
                </a:lnTo>
                <a:lnTo>
                  <a:pt x="138087" y="297569"/>
                </a:lnTo>
                <a:lnTo>
                  <a:pt x="136142" y="296596"/>
                </a:lnTo>
                <a:lnTo>
                  <a:pt x="136142" y="295624"/>
                </a:lnTo>
                <a:lnTo>
                  <a:pt x="137114" y="295624"/>
                </a:lnTo>
                <a:lnTo>
                  <a:pt x="138087" y="295624"/>
                </a:lnTo>
                <a:lnTo>
                  <a:pt x="135170" y="293679"/>
                </a:lnTo>
                <a:lnTo>
                  <a:pt x="135170" y="292707"/>
                </a:lnTo>
                <a:lnTo>
                  <a:pt x="136142" y="292707"/>
                </a:lnTo>
                <a:lnTo>
                  <a:pt x="139060" y="293679"/>
                </a:lnTo>
                <a:lnTo>
                  <a:pt x="141977" y="294652"/>
                </a:lnTo>
                <a:lnTo>
                  <a:pt x="141977" y="293679"/>
                </a:lnTo>
                <a:lnTo>
                  <a:pt x="140032" y="291734"/>
                </a:lnTo>
                <a:lnTo>
                  <a:pt x="140032" y="290762"/>
                </a:lnTo>
                <a:lnTo>
                  <a:pt x="141004" y="290762"/>
                </a:lnTo>
                <a:lnTo>
                  <a:pt x="141977" y="291734"/>
                </a:lnTo>
                <a:lnTo>
                  <a:pt x="143922" y="292707"/>
                </a:lnTo>
                <a:lnTo>
                  <a:pt x="141977" y="290762"/>
                </a:lnTo>
                <a:lnTo>
                  <a:pt x="138087" y="288817"/>
                </a:lnTo>
                <a:lnTo>
                  <a:pt x="137114" y="288817"/>
                </a:lnTo>
                <a:lnTo>
                  <a:pt x="137114" y="290762"/>
                </a:lnTo>
                <a:lnTo>
                  <a:pt x="134197" y="287844"/>
                </a:lnTo>
                <a:lnTo>
                  <a:pt x="132253" y="287845"/>
                </a:lnTo>
                <a:lnTo>
                  <a:pt x="131280" y="287358"/>
                </a:lnTo>
                <a:lnTo>
                  <a:pt x="130307" y="286872"/>
                </a:lnTo>
                <a:lnTo>
                  <a:pt x="127390" y="284927"/>
                </a:lnTo>
                <a:lnTo>
                  <a:pt x="127390" y="283955"/>
                </a:lnTo>
                <a:lnTo>
                  <a:pt x="128363" y="284927"/>
                </a:lnTo>
                <a:lnTo>
                  <a:pt x="129335" y="285899"/>
                </a:lnTo>
                <a:lnTo>
                  <a:pt x="131280" y="286872"/>
                </a:lnTo>
                <a:lnTo>
                  <a:pt x="130307" y="284927"/>
                </a:lnTo>
                <a:lnTo>
                  <a:pt x="128363" y="282982"/>
                </a:lnTo>
                <a:lnTo>
                  <a:pt x="124473" y="280065"/>
                </a:lnTo>
                <a:lnTo>
                  <a:pt x="125445" y="281037"/>
                </a:lnTo>
                <a:lnTo>
                  <a:pt x="124473" y="282010"/>
                </a:lnTo>
                <a:lnTo>
                  <a:pt x="121555" y="280065"/>
                </a:lnTo>
                <a:lnTo>
                  <a:pt x="121555" y="279092"/>
                </a:lnTo>
                <a:lnTo>
                  <a:pt x="122528" y="279092"/>
                </a:lnTo>
                <a:lnTo>
                  <a:pt x="120583" y="277148"/>
                </a:lnTo>
                <a:lnTo>
                  <a:pt x="117666" y="276175"/>
                </a:lnTo>
                <a:lnTo>
                  <a:pt x="118638" y="277147"/>
                </a:lnTo>
                <a:lnTo>
                  <a:pt x="116693" y="276175"/>
                </a:lnTo>
                <a:lnTo>
                  <a:pt x="114748" y="275203"/>
                </a:lnTo>
                <a:lnTo>
                  <a:pt x="113776" y="273258"/>
                </a:lnTo>
                <a:lnTo>
                  <a:pt x="111831" y="271313"/>
                </a:lnTo>
                <a:lnTo>
                  <a:pt x="112804" y="270340"/>
                </a:lnTo>
                <a:lnTo>
                  <a:pt x="114748" y="271313"/>
                </a:lnTo>
                <a:lnTo>
                  <a:pt x="115721" y="271313"/>
                </a:lnTo>
                <a:lnTo>
                  <a:pt x="114748" y="268395"/>
                </a:lnTo>
                <a:lnTo>
                  <a:pt x="113776" y="268396"/>
                </a:lnTo>
                <a:lnTo>
                  <a:pt x="110858" y="267423"/>
                </a:lnTo>
                <a:lnTo>
                  <a:pt x="109886" y="266450"/>
                </a:lnTo>
                <a:lnTo>
                  <a:pt x="108914" y="266450"/>
                </a:lnTo>
                <a:lnTo>
                  <a:pt x="108914" y="267423"/>
                </a:lnTo>
                <a:lnTo>
                  <a:pt x="108914" y="265478"/>
                </a:lnTo>
                <a:lnTo>
                  <a:pt x="109886" y="265478"/>
                </a:lnTo>
                <a:lnTo>
                  <a:pt x="107941" y="263533"/>
                </a:lnTo>
                <a:lnTo>
                  <a:pt x="105997" y="261588"/>
                </a:lnTo>
                <a:lnTo>
                  <a:pt x="104051" y="260616"/>
                </a:lnTo>
                <a:lnTo>
                  <a:pt x="104051" y="258671"/>
                </a:lnTo>
                <a:lnTo>
                  <a:pt x="102107" y="258671"/>
                </a:lnTo>
                <a:lnTo>
                  <a:pt x="101134" y="254781"/>
                </a:lnTo>
                <a:lnTo>
                  <a:pt x="96272" y="250891"/>
                </a:lnTo>
                <a:lnTo>
                  <a:pt x="95299" y="248946"/>
                </a:lnTo>
                <a:lnTo>
                  <a:pt x="94327" y="247974"/>
                </a:lnTo>
                <a:lnTo>
                  <a:pt x="95299" y="247002"/>
                </a:lnTo>
                <a:lnTo>
                  <a:pt x="92382" y="244084"/>
                </a:lnTo>
                <a:lnTo>
                  <a:pt x="91409" y="243112"/>
                </a:lnTo>
                <a:lnTo>
                  <a:pt x="90437" y="244084"/>
                </a:lnTo>
                <a:lnTo>
                  <a:pt x="92382" y="246029"/>
                </a:lnTo>
                <a:lnTo>
                  <a:pt x="93354" y="247974"/>
                </a:lnTo>
                <a:lnTo>
                  <a:pt x="92382" y="247002"/>
                </a:lnTo>
                <a:lnTo>
                  <a:pt x="88492" y="244084"/>
                </a:lnTo>
                <a:lnTo>
                  <a:pt x="89465" y="243112"/>
                </a:lnTo>
                <a:lnTo>
                  <a:pt x="87520" y="241167"/>
                </a:lnTo>
                <a:lnTo>
                  <a:pt x="85575" y="239222"/>
                </a:lnTo>
                <a:lnTo>
                  <a:pt x="85575" y="238250"/>
                </a:lnTo>
                <a:lnTo>
                  <a:pt x="83630" y="237277"/>
                </a:lnTo>
                <a:lnTo>
                  <a:pt x="82657" y="235332"/>
                </a:lnTo>
                <a:lnTo>
                  <a:pt x="82657" y="234360"/>
                </a:lnTo>
                <a:lnTo>
                  <a:pt x="82657" y="233387"/>
                </a:lnTo>
                <a:lnTo>
                  <a:pt x="80713" y="231442"/>
                </a:lnTo>
                <a:lnTo>
                  <a:pt x="84602" y="234360"/>
                </a:lnTo>
                <a:lnTo>
                  <a:pt x="82657" y="232415"/>
                </a:lnTo>
                <a:lnTo>
                  <a:pt x="81685" y="229498"/>
                </a:lnTo>
                <a:lnTo>
                  <a:pt x="76823" y="227553"/>
                </a:lnTo>
                <a:lnTo>
                  <a:pt x="75850" y="226580"/>
                </a:lnTo>
                <a:lnTo>
                  <a:pt x="74878" y="225608"/>
                </a:lnTo>
                <a:lnTo>
                  <a:pt x="74878" y="224635"/>
                </a:lnTo>
                <a:lnTo>
                  <a:pt x="73906" y="223663"/>
                </a:lnTo>
                <a:lnTo>
                  <a:pt x="76823" y="226580"/>
                </a:lnTo>
                <a:lnTo>
                  <a:pt x="76823" y="224635"/>
                </a:lnTo>
                <a:lnTo>
                  <a:pt x="73905" y="219773"/>
                </a:lnTo>
                <a:lnTo>
                  <a:pt x="70988" y="217828"/>
                </a:lnTo>
                <a:lnTo>
                  <a:pt x="70016" y="217828"/>
                </a:lnTo>
                <a:lnTo>
                  <a:pt x="69043" y="216856"/>
                </a:lnTo>
                <a:lnTo>
                  <a:pt x="69043" y="215883"/>
                </a:lnTo>
                <a:lnTo>
                  <a:pt x="70016" y="215883"/>
                </a:lnTo>
                <a:lnTo>
                  <a:pt x="69043" y="213938"/>
                </a:lnTo>
                <a:lnTo>
                  <a:pt x="68071" y="213938"/>
                </a:lnTo>
                <a:lnTo>
                  <a:pt x="68071" y="214911"/>
                </a:lnTo>
                <a:lnTo>
                  <a:pt x="67098" y="213938"/>
                </a:lnTo>
                <a:lnTo>
                  <a:pt x="63208" y="203242"/>
                </a:lnTo>
                <a:lnTo>
                  <a:pt x="67098" y="206159"/>
                </a:lnTo>
                <a:lnTo>
                  <a:pt x="65154" y="204214"/>
                </a:lnTo>
                <a:lnTo>
                  <a:pt x="67098" y="204214"/>
                </a:lnTo>
                <a:lnTo>
                  <a:pt x="67098" y="203242"/>
                </a:lnTo>
                <a:lnTo>
                  <a:pt x="67098" y="202269"/>
                </a:lnTo>
                <a:lnTo>
                  <a:pt x="68070" y="202269"/>
                </a:lnTo>
                <a:lnTo>
                  <a:pt x="66126" y="200324"/>
                </a:lnTo>
                <a:lnTo>
                  <a:pt x="64181" y="197407"/>
                </a:lnTo>
                <a:lnTo>
                  <a:pt x="64181" y="199352"/>
                </a:lnTo>
                <a:lnTo>
                  <a:pt x="63209" y="199352"/>
                </a:lnTo>
                <a:lnTo>
                  <a:pt x="61264" y="198379"/>
                </a:lnTo>
                <a:lnTo>
                  <a:pt x="58347" y="196434"/>
                </a:lnTo>
                <a:lnTo>
                  <a:pt x="57374" y="195462"/>
                </a:lnTo>
                <a:lnTo>
                  <a:pt x="56401" y="196434"/>
                </a:lnTo>
                <a:lnTo>
                  <a:pt x="54457" y="192545"/>
                </a:lnTo>
                <a:lnTo>
                  <a:pt x="54457" y="189627"/>
                </a:lnTo>
                <a:lnTo>
                  <a:pt x="54457" y="187682"/>
                </a:lnTo>
                <a:lnTo>
                  <a:pt x="51539" y="183792"/>
                </a:lnTo>
                <a:lnTo>
                  <a:pt x="51539" y="181848"/>
                </a:lnTo>
                <a:lnTo>
                  <a:pt x="51539" y="180875"/>
                </a:lnTo>
                <a:lnTo>
                  <a:pt x="50567" y="177958"/>
                </a:lnTo>
                <a:lnTo>
                  <a:pt x="48622" y="174068"/>
                </a:lnTo>
                <a:lnTo>
                  <a:pt x="46677" y="173096"/>
                </a:lnTo>
                <a:lnTo>
                  <a:pt x="46677" y="174068"/>
                </a:lnTo>
                <a:lnTo>
                  <a:pt x="46677" y="175041"/>
                </a:lnTo>
                <a:lnTo>
                  <a:pt x="47649" y="176013"/>
                </a:lnTo>
                <a:lnTo>
                  <a:pt x="46677" y="176013"/>
                </a:lnTo>
                <a:lnTo>
                  <a:pt x="43760" y="170178"/>
                </a:lnTo>
                <a:lnTo>
                  <a:pt x="42787" y="169206"/>
                </a:lnTo>
                <a:lnTo>
                  <a:pt x="41815" y="167261"/>
                </a:lnTo>
                <a:lnTo>
                  <a:pt x="42787" y="171151"/>
                </a:lnTo>
                <a:lnTo>
                  <a:pt x="41815" y="173096"/>
                </a:lnTo>
                <a:lnTo>
                  <a:pt x="39870" y="169206"/>
                </a:lnTo>
                <a:lnTo>
                  <a:pt x="40842" y="169206"/>
                </a:lnTo>
                <a:lnTo>
                  <a:pt x="38897" y="166288"/>
                </a:lnTo>
                <a:lnTo>
                  <a:pt x="37925" y="165316"/>
                </a:lnTo>
                <a:lnTo>
                  <a:pt x="36952" y="164344"/>
                </a:lnTo>
                <a:lnTo>
                  <a:pt x="35007" y="161426"/>
                </a:lnTo>
                <a:lnTo>
                  <a:pt x="35007" y="158509"/>
                </a:lnTo>
                <a:lnTo>
                  <a:pt x="36953" y="160454"/>
                </a:lnTo>
                <a:lnTo>
                  <a:pt x="37925" y="163371"/>
                </a:lnTo>
                <a:lnTo>
                  <a:pt x="39870" y="165316"/>
                </a:lnTo>
                <a:lnTo>
                  <a:pt x="40842" y="165316"/>
                </a:lnTo>
                <a:lnTo>
                  <a:pt x="37925" y="160454"/>
                </a:lnTo>
                <a:lnTo>
                  <a:pt x="36953" y="159158"/>
                </a:lnTo>
                <a:lnTo>
                  <a:pt x="36953" y="155592"/>
                </a:lnTo>
                <a:lnTo>
                  <a:pt x="35980" y="153647"/>
                </a:lnTo>
                <a:lnTo>
                  <a:pt x="35007" y="151702"/>
                </a:lnTo>
                <a:lnTo>
                  <a:pt x="36952" y="153647"/>
                </a:lnTo>
                <a:lnTo>
                  <a:pt x="35980" y="149757"/>
                </a:lnTo>
                <a:lnTo>
                  <a:pt x="35980" y="147812"/>
                </a:lnTo>
                <a:lnTo>
                  <a:pt x="36952" y="145867"/>
                </a:lnTo>
                <a:lnTo>
                  <a:pt x="35007" y="142950"/>
                </a:lnTo>
                <a:lnTo>
                  <a:pt x="34035" y="142950"/>
                </a:lnTo>
                <a:lnTo>
                  <a:pt x="34035" y="143922"/>
                </a:lnTo>
                <a:lnTo>
                  <a:pt x="33063" y="144894"/>
                </a:lnTo>
                <a:lnTo>
                  <a:pt x="29173" y="136143"/>
                </a:lnTo>
                <a:lnTo>
                  <a:pt x="25283" y="130308"/>
                </a:lnTo>
                <a:lnTo>
                  <a:pt x="25283" y="129336"/>
                </a:lnTo>
                <a:lnTo>
                  <a:pt x="26255" y="128363"/>
                </a:lnTo>
                <a:lnTo>
                  <a:pt x="28200" y="130308"/>
                </a:lnTo>
                <a:lnTo>
                  <a:pt x="23338" y="119611"/>
                </a:lnTo>
                <a:lnTo>
                  <a:pt x="19448" y="108914"/>
                </a:lnTo>
                <a:lnTo>
                  <a:pt x="19448" y="109886"/>
                </a:lnTo>
                <a:lnTo>
                  <a:pt x="18476" y="109886"/>
                </a:lnTo>
                <a:lnTo>
                  <a:pt x="17503" y="106969"/>
                </a:lnTo>
                <a:lnTo>
                  <a:pt x="16531" y="104052"/>
                </a:lnTo>
                <a:lnTo>
                  <a:pt x="16531" y="103079"/>
                </a:lnTo>
                <a:lnTo>
                  <a:pt x="17503" y="103079"/>
                </a:lnTo>
                <a:lnTo>
                  <a:pt x="16531" y="101135"/>
                </a:lnTo>
                <a:lnTo>
                  <a:pt x="17503" y="100162"/>
                </a:lnTo>
                <a:lnTo>
                  <a:pt x="17503" y="98217"/>
                </a:lnTo>
                <a:lnTo>
                  <a:pt x="13613" y="90437"/>
                </a:lnTo>
                <a:lnTo>
                  <a:pt x="10696" y="82658"/>
                </a:lnTo>
                <a:lnTo>
                  <a:pt x="9724" y="75851"/>
                </a:lnTo>
                <a:lnTo>
                  <a:pt x="7779" y="70016"/>
                </a:lnTo>
                <a:lnTo>
                  <a:pt x="4862" y="58347"/>
                </a:lnTo>
                <a:lnTo>
                  <a:pt x="4862" y="56402"/>
                </a:lnTo>
                <a:lnTo>
                  <a:pt x="5834" y="55429"/>
                </a:lnTo>
                <a:lnTo>
                  <a:pt x="6807" y="55429"/>
                </a:lnTo>
                <a:lnTo>
                  <a:pt x="6806" y="53484"/>
                </a:lnTo>
                <a:lnTo>
                  <a:pt x="5834" y="51539"/>
                </a:lnTo>
                <a:lnTo>
                  <a:pt x="5834" y="52512"/>
                </a:lnTo>
                <a:lnTo>
                  <a:pt x="4861" y="52512"/>
                </a:lnTo>
                <a:lnTo>
                  <a:pt x="4861" y="50567"/>
                </a:lnTo>
                <a:lnTo>
                  <a:pt x="4862" y="44732"/>
                </a:lnTo>
                <a:lnTo>
                  <a:pt x="3889" y="39870"/>
                </a:lnTo>
                <a:lnTo>
                  <a:pt x="2917" y="35980"/>
                </a:lnTo>
                <a:lnTo>
                  <a:pt x="3889" y="35980"/>
                </a:lnTo>
                <a:lnTo>
                  <a:pt x="4862" y="36953"/>
                </a:lnTo>
                <a:lnTo>
                  <a:pt x="4862" y="34035"/>
                </a:lnTo>
                <a:lnTo>
                  <a:pt x="3889" y="31118"/>
                </a:lnTo>
                <a:lnTo>
                  <a:pt x="2917" y="24311"/>
                </a:lnTo>
                <a:lnTo>
                  <a:pt x="1944" y="27228"/>
                </a:lnTo>
                <a:lnTo>
                  <a:pt x="972" y="22366"/>
                </a:lnTo>
                <a:lnTo>
                  <a:pt x="972" y="17504"/>
                </a:lnTo>
                <a:lnTo>
                  <a:pt x="0" y="8752"/>
                </a:lnTo>
                <a:lnTo>
                  <a:pt x="971" y="8752"/>
                </a:lnTo>
                <a:lnTo>
                  <a:pt x="972" y="4862"/>
                </a:lnTo>
                <a:lnTo>
                  <a:pt x="1884" y="3038"/>
                </a:lnTo>
                <a:lnTo>
                  <a:pt x="3890" y="9724"/>
                </a:lnTo>
                <a:lnTo>
                  <a:pt x="3890" y="10697"/>
                </a:lnTo>
                <a:lnTo>
                  <a:pt x="2917" y="9724"/>
                </a:lnTo>
                <a:lnTo>
                  <a:pt x="2917" y="8752"/>
                </a:lnTo>
                <a:lnTo>
                  <a:pt x="1944" y="8752"/>
                </a:lnTo>
                <a:lnTo>
                  <a:pt x="1944" y="13614"/>
                </a:lnTo>
                <a:lnTo>
                  <a:pt x="2917" y="13614"/>
                </a:lnTo>
                <a:lnTo>
                  <a:pt x="2917" y="14587"/>
                </a:lnTo>
                <a:lnTo>
                  <a:pt x="4667" y="18087"/>
                </a:lnTo>
                <a:lnTo>
                  <a:pt x="5658" y="22543"/>
                </a:lnTo>
                <a:lnTo>
                  <a:pt x="4862" y="23339"/>
                </a:lnTo>
                <a:lnTo>
                  <a:pt x="4862" y="24311"/>
                </a:lnTo>
                <a:lnTo>
                  <a:pt x="5834" y="25283"/>
                </a:lnTo>
                <a:lnTo>
                  <a:pt x="6806" y="27228"/>
                </a:lnTo>
                <a:lnTo>
                  <a:pt x="7779" y="34035"/>
                </a:lnTo>
                <a:lnTo>
                  <a:pt x="7779" y="36953"/>
                </a:lnTo>
                <a:lnTo>
                  <a:pt x="8752" y="40842"/>
                </a:lnTo>
                <a:lnTo>
                  <a:pt x="9724" y="44733"/>
                </a:lnTo>
                <a:lnTo>
                  <a:pt x="9724" y="48622"/>
                </a:lnTo>
                <a:lnTo>
                  <a:pt x="7779" y="44732"/>
                </a:lnTo>
                <a:lnTo>
                  <a:pt x="5834" y="40843"/>
                </a:lnTo>
                <a:lnTo>
                  <a:pt x="6806" y="48622"/>
                </a:lnTo>
                <a:lnTo>
                  <a:pt x="8751" y="50567"/>
                </a:lnTo>
                <a:lnTo>
                  <a:pt x="10696" y="55429"/>
                </a:lnTo>
                <a:lnTo>
                  <a:pt x="10696" y="56402"/>
                </a:lnTo>
                <a:lnTo>
                  <a:pt x="12641" y="60292"/>
                </a:lnTo>
                <a:lnTo>
                  <a:pt x="13614" y="62236"/>
                </a:lnTo>
                <a:lnTo>
                  <a:pt x="14586" y="65154"/>
                </a:lnTo>
                <a:lnTo>
                  <a:pt x="17503" y="79741"/>
                </a:lnTo>
                <a:lnTo>
                  <a:pt x="20421" y="91410"/>
                </a:lnTo>
                <a:lnTo>
                  <a:pt x="19449" y="92382"/>
                </a:lnTo>
                <a:lnTo>
                  <a:pt x="22366" y="96272"/>
                </a:lnTo>
                <a:lnTo>
                  <a:pt x="23338" y="100162"/>
                </a:lnTo>
                <a:lnTo>
                  <a:pt x="27228" y="109886"/>
                </a:lnTo>
                <a:lnTo>
                  <a:pt x="29173" y="116694"/>
                </a:lnTo>
                <a:lnTo>
                  <a:pt x="32091" y="123501"/>
                </a:lnTo>
                <a:lnTo>
                  <a:pt x="35008" y="129335"/>
                </a:lnTo>
                <a:lnTo>
                  <a:pt x="35980" y="133225"/>
                </a:lnTo>
                <a:lnTo>
                  <a:pt x="41814" y="144895"/>
                </a:lnTo>
                <a:lnTo>
                  <a:pt x="47649" y="154619"/>
                </a:lnTo>
                <a:lnTo>
                  <a:pt x="58346" y="176013"/>
                </a:lnTo>
                <a:lnTo>
                  <a:pt x="56402" y="174068"/>
                </a:lnTo>
                <a:lnTo>
                  <a:pt x="57374" y="176013"/>
                </a:lnTo>
                <a:lnTo>
                  <a:pt x="57374" y="176985"/>
                </a:lnTo>
                <a:lnTo>
                  <a:pt x="57374" y="177958"/>
                </a:lnTo>
                <a:lnTo>
                  <a:pt x="58346" y="178930"/>
                </a:lnTo>
                <a:lnTo>
                  <a:pt x="58346" y="177958"/>
                </a:lnTo>
                <a:lnTo>
                  <a:pt x="59319" y="179903"/>
                </a:lnTo>
                <a:lnTo>
                  <a:pt x="63208" y="183792"/>
                </a:lnTo>
                <a:lnTo>
                  <a:pt x="66126" y="188655"/>
                </a:lnTo>
                <a:lnTo>
                  <a:pt x="70015" y="194489"/>
                </a:lnTo>
                <a:lnTo>
                  <a:pt x="76823" y="203241"/>
                </a:lnTo>
                <a:lnTo>
                  <a:pt x="76823" y="204214"/>
                </a:lnTo>
                <a:lnTo>
                  <a:pt x="79740" y="208104"/>
                </a:lnTo>
                <a:lnTo>
                  <a:pt x="83630" y="212966"/>
                </a:lnTo>
                <a:lnTo>
                  <a:pt x="90437" y="223663"/>
                </a:lnTo>
                <a:lnTo>
                  <a:pt x="90437" y="225608"/>
                </a:lnTo>
                <a:lnTo>
                  <a:pt x="92382" y="228525"/>
                </a:lnTo>
                <a:lnTo>
                  <a:pt x="97244" y="232415"/>
                </a:lnTo>
                <a:lnTo>
                  <a:pt x="102106" y="238250"/>
                </a:lnTo>
                <a:lnTo>
                  <a:pt x="113776" y="251864"/>
                </a:lnTo>
                <a:lnTo>
                  <a:pt x="133225" y="272285"/>
                </a:lnTo>
                <a:lnTo>
                  <a:pt x="142949" y="282982"/>
                </a:lnTo>
                <a:lnTo>
                  <a:pt x="153646" y="292707"/>
                </a:lnTo>
                <a:lnTo>
                  <a:pt x="153646" y="294651"/>
                </a:lnTo>
                <a:lnTo>
                  <a:pt x="165316" y="303404"/>
                </a:lnTo>
                <a:lnTo>
                  <a:pt x="176012" y="314100"/>
                </a:lnTo>
                <a:lnTo>
                  <a:pt x="187682" y="323825"/>
                </a:lnTo>
                <a:lnTo>
                  <a:pt x="197406" y="332577"/>
                </a:lnTo>
                <a:lnTo>
                  <a:pt x="195461" y="332577"/>
                </a:lnTo>
                <a:lnTo>
                  <a:pt x="201296" y="337439"/>
                </a:lnTo>
                <a:lnTo>
                  <a:pt x="203241" y="338412"/>
                </a:lnTo>
                <a:lnTo>
                  <a:pt x="204214" y="338412"/>
                </a:lnTo>
                <a:lnTo>
                  <a:pt x="204214" y="337439"/>
                </a:lnTo>
                <a:lnTo>
                  <a:pt x="211021" y="343274"/>
                </a:lnTo>
                <a:lnTo>
                  <a:pt x="213938" y="346191"/>
                </a:lnTo>
                <a:lnTo>
                  <a:pt x="215883" y="348136"/>
                </a:lnTo>
                <a:lnTo>
                  <a:pt x="220745" y="352026"/>
                </a:lnTo>
                <a:lnTo>
                  <a:pt x="225607" y="353971"/>
                </a:lnTo>
                <a:lnTo>
                  <a:pt x="234360" y="361751"/>
                </a:lnTo>
                <a:lnTo>
                  <a:pt x="241795" y="366956"/>
                </a:lnTo>
                <a:lnTo>
                  <a:pt x="241167" y="367585"/>
                </a:lnTo>
                <a:lnTo>
                  <a:pt x="243111" y="368557"/>
                </a:lnTo>
                <a:lnTo>
                  <a:pt x="248946" y="373420"/>
                </a:lnTo>
                <a:lnTo>
                  <a:pt x="250891" y="374392"/>
                </a:lnTo>
                <a:lnTo>
                  <a:pt x="251863" y="374392"/>
                </a:lnTo>
                <a:lnTo>
                  <a:pt x="251863" y="373420"/>
                </a:lnTo>
                <a:lnTo>
                  <a:pt x="257698" y="378282"/>
                </a:lnTo>
                <a:lnTo>
                  <a:pt x="265478" y="383145"/>
                </a:lnTo>
                <a:lnTo>
                  <a:pt x="273257" y="388007"/>
                </a:lnTo>
                <a:lnTo>
                  <a:pt x="279092" y="392869"/>
                </a:lnTo>
                <a:lnTo>
                  <a:pt x="280065" y="392869"/>
                </a:lnTo>
                <a:lnTo>
                  <a:pt x="282009" y="393841"/>
                </a:lnTo>
                <a:lnTo>
                  <a:pt x="293679" y="401621"/>
                </a:lnTo>
                <a:lnTo>
                  <a:pt x="299513" y="404538"/>
                </a:lnTo>
                <a:lnTo>
                  <a:pt x="304375" y="407455"/>
                </a:lnTo>
                <a:lnTo>
                  <a:pt x="304375" y="408428"/>
                </a:lnTo>
                <a:lnTo>
                  <a:pt x="303403" y="408428"/>
                </a:lnTo>
                <a:lnTo>
                  <a:pt x="305348" y="409401"/>
                </a:lnTo>
                <a:lnTo>
                  <a:pt x="306321" y="409401"/>
                </a:lnTo>
                <a:lnTo>
                  <a:pt x="308265" y="409400"/>
                </a:lnTo>
                <a:lnTo>
                  <a:pt x="317990" y="415235"/>
                </a:lnTo>
                <a:lnTo>
                  <a:pt x="326742" y="421070"/>
                </a:lnTo>
                <a:lnTo>
                  <a:pt x="335494" y="427877"/>
                </a:lnTo>
                <a:lnTo>
                  <a:pt x="345218" y="432739"/>
                </a:lnTo>
                <a:lnTo>
                  <a:pt x="408427" y="464830"/>
                </a:lnTo>
                <a:lnTo>
                  <a:pt x="408428" y="465802"/>
                </a:lnTo>
                <a:lnTo>
                  <a:pt x="414262" y="467747"/>
                </a:lnTo>
                <a:lnTo>
                  <a:pt x="420097" y="470665"/>
                </a:lnTo>
                <a:lnTo>
                  <a:pt x="424959" y="473582"/>
                </a:lnTo>
                <a:lnTo>
                  <a:pt x="430794" y="475527"/>
                </a:lnTo>
                <a:lnTo>
                  <a:pt x="433711" y="477472"/>
                </a:lnTo>
                <a:lnTo>
                  <a:pt x="435656" y="477472"/>
                </a:lnTo>
                <a:lnTo>
                  <a:pt x="435656" y="478444"/>
                </a:lnTo>
                <a:lnTo>
                  <a:pt x="440519" y="480389"/>
                </a:lnTo>
                <a:lnTo>
                  <a:pt x="446353" y="483306"/>
                </a:lnTo>
                <a:lnTo>
                  <a:pt x="452188" y="486224"/>
                </a:lnTo>
                <a:lnTo>
                  <a:pt x="458992" y="489140"/>
                </a:lnTo>
                <a:lnTo>
                  <a:pt x="462885" y="491086"/>
                </a:lnTo>
                <a:lnTo>
                  <a:pt x="468719" y="493031"/>
                </a:lnTo>
                <a:lnTo>
                  <a:pt x="481362" y="498866"/>
                </a:lnTo>
                <a:lnTo>
                  <a:pt x="477472" y="497893"/>
                </a:lnTo>
                <a:lnTo>
                  <a:pt x="480389" y="499838"/>
                </a:lnTo>
                <a:lnTo>
                  <a:pt x="483306" y="499838"/>
                </a:lnTo>
                <a:lnTo>
                  <a:pt x="486223" y="500810"/>
                </a:lnTo>
                <a:lnTo>
                  <a:pt x="487196" y="502755"/>
                </a:lnTo>
                <a:lnTo>
                  <a:pt x="489141" y="502755"/>
                </a:lnTo>
                <a:lnTo>
                  <a:pt x="488168" y="501783"/>
                </a:lnTo>
                <a:lnTo>
                  <a:pt x="502755" y="508590"/>
                </a:lnTo>
                <a:lnTo>
                  <a:pt x="517342" y="513452"/>
                </a:lnTo>
                <a:lnTo>
                  <a:pt x="548460" y="524149"/>
                </a:lnTo>
                <a:lnTo>
                  <a:pt x="554295" y="527067"/>
                </a:lnTo>
                <a:lnTo>
                  <a:pt x="555267" y="528039"/>
                </a:lnTo>
                <a:lnTo>
                  <a:pt x="555267" y="529012"/>
                </a:lnTo>
                <a:lnTo>
                  <a:pt x="560129" y="529984"/>
                </a:lnTo>
                <a:lnTo>
                  <a:pt x="561102" y="529984"/>
                </a:lnTo>
                <a:lnTo>
                  <a:pt x="564019" y="530956"/>
                </a:lnTo>
                <a:lnTo>
                  <a:pt x="565964" y="532901"/>
                </a:lnTo>
                <a:lnTo>
                  <a:pt x="567909" y="533874"/>
                </a:lnTo>
                <a:lnTo>
                  <a:pt x="570826" y="534846"/>
                </a:lnTo>
                <a:lnTo>
                  <a:pt x="570826" y="533874"/>
                </a:lnTo>
                <a:lnTo>
                  <a:pt x="571799" y="533874"/>
                </a:lnTo>
                <a:lnTo>
                  <a:pt x="573744" y="533874"/>
                </a:lnTo>
                <a:lnTo>
                  <a:pt x="582496" y="538736"/>
                </a:lnTo>
                <a:lnTo>
                  <a:pt x="586386" y="539709"/>
                </a:lnTo>
                <a:lnTo>
                  <a:pt x="591248" y="541653"/>
                </a:lnTo>
                <a:lnTo>
                  <a:pt x="590276" y="541653"/>
                </a:lnTo>
                <a:lnTo>
                  <a:pt x="597082" y="542626"/>
                </a:lnTo>
                <a:lnTo>
                  <a:pt x="603889" y="544571"/>
                </a:lnTo>
                <a:lnTo>
                  <a:pt x="609724" y="546516"/>
                </a:lnTo>
                <a:lnTo>
                  <a:pt x="615559" y="546516"/>
                </a:lnTo>
                <a:lnTo>
                  <a:pt x="650567" y="556241"/>
                </a:lnTo>
                <a:lnTo>
                  <a:pt x="684603" y="565965"/>
                </a:lnTo>
                <a:lnTo>
                  <a:pt x="752674" y="581525"/>
                </a:lnTo>
                <a:lnTo>
                  <a:pt x="786710" y="589304"/>
                </a:lnTo>
                <a:lnTo>
                  <a:pt x="819773" y="596111"/>
                </a:lnTo>
                <a:lnTo>
                  <a:pt x="888817" y="608753"/>
                </a:lnTo>
                <a:lnTo>
                  <a:pt x="899514" y="611670"/>
                </a:lnTo>
                <a:lnTo>
                  <a:pt x="912155" y="613615"/>
                </a:lnTo>
                <a:lnTo>
                  <a:pt x="911183" y="613615"/>
                </a:lnTo>
                <a:lnTo>
                  <a:pt x="912156" y="613615"/>
                </a:lnTo>
                <a:lnTo>
                  <a:pt x="912155" y="613615"/>
                </a:lnTo>
                <a:lnTo>
                  <a:pt x="913128" y="613615"/>
                </a:lnTo>
                <a:lnTo>
                  <a:pt x="916046" y="613615"/>
                </a:lnTo>
                <a:lnTo>
                  <a:pt x="918963" y="613615"/>
                </a:lnTo>
                <a:lnTo>
                  <a:pt x="921880" y="613615"/>
                </a:lnTo>
                <a:lnTo>
                  <a:pt x="946191" y="617505"/>
                </a:lnTo>
                <a:lnTo>
                  <a:pt x="972448" y="620422"/>
                </a:lnTo>
                <a:lnTo>
                  <a:pt x="969530" y="620422"/>
                </a:lnTo>
                <a:lnTo>
                  <a:pt x="969530" y="621395"/>
                </a:lnTo>
                <a:lnTo>
                  <a:pt x="971475" y="621395"/>
                </a:lnTo>
                <a:lnTo>
                  <a:pt x="975365" y="620422"/>
                </a:lnTo>
                <a:lnTo>
                  <a:pt x="975365" y="621395"/>
                </a:lnTo>
                <a:lnTo>
                  <a:pt x="978282" y="621395"/>
                </a:lnTo>
                <a:lnTo>
                  <a:pt x="979164" y="620513"/>
                </a:lnTo>
                <a:lnTo>
                  <a:pt x="1044409" y="627229"/>
                </a:lnTo>
                <a:lnTo>
                  <a:pt x="1077472" y="631119"/>
                </a:lnTo>
                <a:lnTo>
                  <a:pt x="1110535" y="633064"/>
                </a:lnTo>
                <a:lnTo>
                  <a:pt x="1119287" y="634037"/>
                </a:lnTo>
                <a:lnTo>
                  <a:pt x="1129012" y="634037"/>
                </a:lnTo>
                <a:lnTo>
                  <a:pt x="1147488" y="635009"/>
                </a:lnTo>
                <a:lnTo>
                  <a:pt x="1171799" y="636954"/>
                </a:lnTo>
                <a:lnTo>
                  <a:pt x="1196111" y="638899"/>
                </a:lnTo>
                <a:lnTo>
                  <a:pt x="1220422" y="638899"/>
                </a:lnTo>
                <a:lnTo>
                  <a:pt x="1243275" y="638899"/>
                </a:lnTo>
                <a:lnTo>
                  <a:pt x="1243761" y="639871"/>
                </a:lnTo>
                <a:lnTo>
                  <a:pt x="1241816" y="640844"/>
                </a:lnTo>
                <a:lnTo>
                  <a:pt x="1235981" y="642788"/>
                </a:lnTo>
                <a:lnTo>
                  <a:pt x="1227229" y="643761"/>
                </a:lnTo>
                <a:lnTo>
                  <a:pt x="1212642" y="644733"/>
                </a:lnTo>
                <a:lnTo>
                  <a:pt x="1197083" y="644733"/>
                </a:lnTo>
                <a:lnTo>
                  <a:pt x="1180551" y="644733"/>
                </a:lnTo>
                <a:lnTo>
                  <a:pt x="1164992" y="644733"/>
                </a:lnTo>
                <a:lnTo>
                  <a:pt x="1164020" y="644733"/>
                </a:lnTo>
                <a:lnTo>
                  <a:pt x="1164020" y="643761"/>
                </a:lnTo>
                <a:lnTo>
                  <a:pt x="1163047" y="642789"/>
                </a:lnTo>
                <a:lnTo>
                  <a:pt x="1161102" y="642789"/>
                </a:lnTo>
                <a:lnTo>
                  <a:pt x="1144571" y="643761"/>
                </a:lnTo>
                <a:lnTo>
                  <a:pt x="1126095" y="642789"/>
                </a:lnTo>
                <a:lnTo>
                  <a:pt x="1106645" y="640844"/>
                </a:lnTo>
                <a:lnTo>
                  <a:pt x="1088169" y="637926"/>
                </a:lnTo>
                <a:lnTo>
                  <a:pt x="1089141" y="637926"/>
                </a:lnTo>
                <a:lnTo>
                  <a:pt x="1082334" y="637926"/>
                </a:lnTo>
                <a:lnTo>
                  <a:pt x="1074555" y="637926"/>
                </a:lnTo>
                <a:lnTo>
                  <a:pt x="1075527" y="637926"/>
                </a:lnTo>
                <a:lnTo>
                  <a:pt x="1075527" y="636954"/>
                </a:lnTo>
                <a:lnTo>
                  <a:pt x="1073582" y="636954"/>
                </a:lnTo>
                <a:lnTo>
                  <a:pt x="1069693" y="636954"/>
                </a:lnTo>
                <a:lnTo>
                  <a:pt x="1064830" y="637927"/>
                </a:lnTo>
                <a:lnTo>
                  <a:pt x="1062885" y="636954"/>
                </a:lnTo>
                <a:lnTo>
                  <a:pt x="1060941" y="635981"/>
                </a:lnTo>
                <a:lnTo>
                  <a:pt x="1058023" y="636954"/>
                </a:lnTo>
                <a:lnTo>
                  <a:pt x="1051216" y="636954"/>
                </a:lnTo>
                <a:lnTo>
                  <a:pt x="1044409" y="636954"/>
                </a:lnTo>
                <a:lnTo>
                  <a:pt x="1036629" y="635982"/>
                </a:lnTo>
                <a:lnTo>
                  <a:pt x="1028849" y="635009"/>
                </a:lnTo>
                <a:lnTo>
                  <a:pt x="1029822" y="635009"/>
                </a:lnTo>
                <a:lnTo>
                  <a:pt x="1017180" y="634037"/>
                </a:lnTo>
                <a:lnTo>
                  <a:pt x="1002593" y="633064"/>
                </a:lnTo>
                <a:lnTo>
                  <a:pt x="974392" y="631119"/>
                </a:lnTo>
                <a:lnTo>
                  <a:pt x="975365" y="630147"/>
                </a:lnTo>
                <a:lnTo>
                  <a:pt x="975365" y="629174"/>
                </a:lnTo>
                <a:lnTo>
                  <a:pt x="973420" y="630147"/>
                </a:lnTo>
                <a:lnTo>
                  <a:pt x="970503" y="630147"/>
                </a:lnTo>
                <a:lnTo>
                  <a:pt x="963695" y="630147"/>
                </a:lnTo>
                <a:lnTo>
                  <a:pt x="960778" y="629174"/>
                </a:lnTo>
                <a:lnTo>
                  <a:pt x="957861" y="629174"/>
                </a:lnTo>
                <a:lnTo>
                  <a:pt x="953971" y="629174"/>
                </a:lnTo>
                <a:lnTo>
                  <a:pt x="949109" y="628202"/>
                </a:lnTo>
                <a:lnTo>
                  <a:pt x="950081" y="628202"/>
                </a:lnTo>
                <a:lnTo>
                  <a:pt x="947164" y="628202"/>
                </a:lnTo>
                <a:lnTo>
                  <a:pt x="944247" y="628202"/>
                </a:lnTo>
                <a:lnTo>
                  <a:pt x="942301" y="627229"/>
                </a:lnTo>
                <a:lnTo>
                  <a:pt x="940357" y="628202"/>
                </a:lnTo>
                <a:lnTo>
                  <a:pt x="937439" y="626257"/>
                </a:lnTo>
                <a:lnTo>
                  <a:pt x="935495" y="627230"/>
                </a:lnTo>
                <a:lnTo>
                  <a:pt x="933549" y="626257"/>
                </a:lnTo>
                <a:lnTo>
                  <a:pt x="930632" y="625284"/>
                </a:lnTo>
                <a:lnTo>
                  <a:pt x="927715" y="625285"/>
                </a:lnTo>
                <a:lnTo>
                  <a:pt x="923825" y="625284"/>
                </a:lnTo>
                <a:lnTo>
                  <a:pt x="919936" y="624312"/>
                </a:lnTo>
                <a:lnTo>
                  <a:pt x="911183" y="622367"/>
                </a:lnTo>
                <a:lnTo>
                  <a:pt x="909463" y="622367"/>
                </a:lnTo>
                <a:lnTo>
                  <a:pt x="910211" y="622367"/>
                </a:lnTo>
                <a:lnTo>
                  <a:pt x="912155" y="622367"/>
                </a:lnTo>
                <a:lnTo>
                  <a:pt x="911183" y="621395"/>
                </a:lnTo>
                <a:lnTo>
                  <a:pt x="893679" y="619450"/>
                </a:lnTo>
                <a:lnTo>
                  <a:pt x="875203" y="617505"/>
                </a:lnTo>
                <a:lnTo>
                  <a:pt x="840194" y="610698"/>
                </a:lnTo>
                <a:lnTo>
                  <a:pt x="836305" y="609725"/>
                </a:lnTo>
                <a:lnTo>
                  <a:pt x="835332" y="608753"/>
                </a:lnTo>
                <a:lnTo>
                  <a:pt x="829498" y="607780"/>
                </a:lnTo>
                <a:lnTo>
                  <a:pt x="823663" y="607780"/>
                </a:lnTo>
                <a:lnTo>
                  <a:pt x="821718" y="605835"/>
                </a:lnTo>
                <a:lnTo>
                  <a:pt x="818800" y="605835"/>
                </a:lnTo>
                <a:lnTo>
                  <a:pt x="816856" y="605835"/>
                </a:lnTo>
                <a:lnTo>
                  <a:pt x="814911" y="605835"/>
                </a:lnTo>
                <a:lnTo>
                  <a:pt x="811993" y="605836"/>
                </a:lnTo>
                <a:lnTo>
                  <a:pt x="813939" y="604863"/>
                </a:lnTo>
                <a:lnTo>
                  <a:pt x="813939" y="603891"/>
                </a:lnTo>
                <a:lnTo>
                  <a:pt x="807131" y="603891"/>
                </a:lnTo>
                <a:lnTo>
                  <a:pt x="799352" y="602918"/>
                </a:lnTo>
                <a:lnTo>
                  <a:pt x="801297" y="602918"/>
                </a:lnTo>
                <a:lnTo>
                  <a:pt x="801297" y="601946"/>
                </a:lnTo>
                <a:lnTo>
                  <a:pt x="797407" y="601945"/>
                </a:lnTo>
                <a:lnTo>
                  <a:pt x="794489" y="600973"/>
                </a:lnTo>
                <a:lnTo>
                  <a:pt x="787682" y="600001"/>
                </a:lnTo>
                <a:lnTo>
                  <a:pt x="789627" y="599028"/>
                </a:lnTo>
                <a:lnTo>
                  <a:pt x="785738" y="598056"/>
                </a:lnTo>
                <a:lnTo>
                  <a:pt x="784765" y="599028"/>
                </a:lnTo>
                <a:lnTo>
                  <a:pt x="783792" y="599028"/>
                </a:lnTo>
                <a:lnTo>
                  <a:pt x="780875" y="599028"/>
                </a:lnTo>
                <a:lnTo>
                  <a:pt x="781848" y="599028"/>
                </a:lnTo>
                <a:lnTo>
                  <a:pt x="781848" y="598056"/>
                </a:lnTo>
                <a:lnTo>
                  <a:pt x="776985" y="598056"/>
                </a:lnTo>
                <a:lnTo>
                  <a:pt x="771151" y="597084"/>
                </a:lnTo>
                <a:lnTo>
                  <a:pt x="760454" y="595138"/>
                </a:lnTo>
                <a:lnTo>
                  <a:pt x="750730" y="592221"/>
                </a:lnTo>
                <a:lnTo>
                  <a:pt x="741005" y="590276"/>
                </a:lnTo>
                <a:lnTo>
                  <a:pt x="740032" y="589304"/>
                </a:lnTo>
                <a:lnTo>
                  <a:pt x="739060" y="589304"/>
                </a:lnTo>
                <a:lnTo>
                  <a:pt x="738087" y="588332"/>
                </a:lnTo>
                <a:lnTo>
                  <a:pt x="735170" y="587359"/>
                </a:lnTo>
                <a:lnTo>
                  <a:pt x="734198" y="587359"/>
                </a:lnTo>
                <a:lnTo>
                  <a:pt x="733225" y="587359"/>
                </a:lnTo>
                <a:lnTo>
                  <a:pt x="729336" y="587359"/>
                </a:lnTo>
                <a:lnTo>
                  <a:pt x="726418" y="587359"/>
                </a:lnTo>
                <a:lnTo>
                  <a:pt x="727390" y="588331"/>
                </a:lnTo>
                <a:lnTo>
                  <a:pt x="716694" y="585414"/>
                </a:lnTo>
                <a:lnTo>
                  <a:pt x="707942" y="583469"/>
                </a:lnTo>
                <a:lnTo>
                  <a:pt x="708914" y="582497"/>
                </a:lnTo>
                <a:lnTo>
                  <a:pt x="708914" y="581524"/>
                </a:lnTo>
                <a:lnTo>
                  <a:pt x="710859" y="581524"/>
                </a:lnTo>
                <a:lnTo>
                  <a:pt x="707942" y="579580"/>
                </a:lnTo>
                <a:lnTo>
                  <a:pt x="709887" y="579580"/>
                </a:lnTo>
                <a:lnTo>
                  <a:pt x="704052" y="578607"/>
                </a:lnTo>
                <a:lnTo>
                  <a:pt x="699190" y="577635"/>
                </a:lnTo>
                <a:lnTo>
                  <a:pt x="691410" y="577634"/>
                </a:lnTo>
                <a:lnTo>
                  <a:pt x="687520" y="576662"/>
                </a:lnTo>
                <a:lnTo>
                  <a:pt x="682658" y="575690"/>
                </a:lnTo>
                <a:lnTo>
                  <a:pt x="683631" y="575690"/>
                </a:lnTo>
                <a:lnTo>
                  <a:pt x="683630" y="574717"/>
                </a:lnTo>
                <a:lnTo>
                  <a:pt x="682658" y="574717"/>
                </a:lnTo>
                <a:lnTo>
                  <a:pt x="683630" y="573745"/>
                </a:lnTo>
                <a:lnTo>
                  <a:pt x="672933" y="574717"/>
                </a:lnTo>
                <a:lnTo>
                  <a:pt x="670989" y="573745"/>
                </a:lnTo>
                <a:lnTo>
                  <a:pt x="670989" y="572772"/>
                </a:lnTo>
                <a:lnTo>
                  <a:pt x="669044" y="572772"/>
                </a:lnTo>
                <a:lnTo>
                  <a:pt x="668071" y="572772"/>
                </a:lnTo>
                <a:lnTo>
                  <a:pt x="666126" y="572772"/>
                </a:lnTo>
                <a:lnTo>
                  <a:pt x="660292" y="571800"/>
                </a:lnTo>
                <a:lnTo>
                  <a:pt x="657374" y="569855"/>
                </a:lnTo>
                <a:lnTo>
                  <a:pt x="655429" y="568882"/>
                </a:lnTo>
                <a:lnTo>
                  <a:pt x="657374" y="568883"/>
                </a:lnTo>
                <a:lnTo>
                  <a:pt x="657374" y="567910"/>
                </a:lnTo>
                <a:lnTo>
                  <a:pt x="647650" y="565965"/>
                </a:lnTo>
                <a:lnTo>
                  <a:pt x="642787" y="564993"/>
                </a:lnTo>
                <a:lnTo>
                  <a:pt x="641815" y="564993"/>
                </a:lnTo>
                <a:lnTo>
                  <a:pt x="641815" y="565965"/>
                </a:lnTo>
                <a:lnTo>
                  <a:pt x="638898" y="565965"/>
                </a:lnTo>
                <a:lnTo>
                  <a:pt x="633063" y="564021"/>
                </a:lnTo>
                <a:lnTo>
                  <a:pt x="634036" y="564021"/>
                </a:lnTo>
                <a:lnTo>
                  <a:pt x="635008" y="563048"/>
                </a:lnTo>
                <a:lnTo>
                  <a:pt x="625284" y="562076"/>
                </a:lnTo>
                <a:lnTo>
                  <a:pt x="615559" y="560130"/>
                </a:lnTo>
                <a:lnTo>
                  <a:pt x="617504" y="560130"/>
                </a:lnTo>
                <a:lnTo>
                  <a:pt x="619449" y="560130"/>
                </a:lnTo>
                <a:lnTo>
                  <a:pt x="613614" y="558186"/>
                </a:lnTo>
                <a:lnTo>
                  <a:pt x="606807" y="556241"/>
                </a:lnTo>
                <a:lnTo>
                  <a:pt x="600972" y="554295"/>
                </a:lnTo>
                <a:lnTo>
                  <a:pt x="595138" y="552350"/>
                </a:lnTo>
                <a:lnTo>
                  <a:pt x="596110" y="553323"/>
                </a:lnTo>
                <a:lnTo>
                  <a:pt x="595138" y="553323"/>
                </a:lnTo>
                <a:lnTo>
                  <a:pt x="592220" y="551378"/>
                </a:lnTo>
                <a:lnTo>
                  <a:pt x="589303" y="550406"/>
                </a:lnTo>
                <a:lnTo>
                  <a:pt x="587358" y="549433"/>
                </a:lnTo>
                <a:lnTo>
                  <a:pt x="583468" y="548461"/>
                </a:lnTo>
                <a:lnTo>
                  <a:pt x="582496" y="548461"/>
                </a:lnTo>
                <a:lnTo>
                  <a:pt x="585413" y="549433"/>
                </a:lnTo>
                <a:lnTo>
                  <a:pt x="572771" y="545543"/>
                </a:lnTo>
                <a:lnTo>
                  <a:pt x="564992" y="543598"/>
                </a:lnTo>
                <a:lnTo>
                  <a:pt x="557212" y="540681"/>
                </a:lnTo>
                <a:lnTo>
                  <a:pt x="554295" y="540681"/>
                </a:lnTo>
                <a:lnTo>
                  <a:pt x="549433" y="539708"/>
                </a:lnTo>
                <a:lnTo>
                  <a:pt x="550405" y="538736"/>
                </a:lnTo>
                <a:lnTo>
                  <a:pt x="546515" y="536791"/>
                </a:lnTo>
                <a:lnTo>
                  <a:pt x="544570" y="535819"/>
                </a:lnTo>
                <a:lnTo>
                  <a:pt x="547488" y="536791"/>
                </a:lnTo>
                <a:lnTo>
                  <a:pt x="548460" y="537763"/>
                </a:lnTo>
                <a:lnTo>
                  <a:pt x="550405" y="537764"/>
                </a:lnTo>
                <a:lnTo>
                  <a:pt x="554295" y="538736"/>
                </a:lnTo>
                <a:lnTo>
                  <a:pt x="553322" y="537764"/>
                </a:lnTo>
                <a:lnTo>
                  <a:pt x="550405" y="537764"/>
                </a:lnTo>
                <a:lnTo>
                  <a:pt x="544570" y="535819"/>
                </a:lnTo>
                <a:lnTo>
                  <a:pt x="544570" y="535819"/>
                </a:lnTo>
                <a:lnTo>
                  <a:pt x="544570" y="535819"/>
                </a:lnTo>
                <a:lnTo>
                  <a:pt x="541653" y="534846"/>
                </a:lnTo>
                <a:lnTo>
                  <a:pt x="538736" y="533874"/>
                </a:lnTo>
                <a:lnTo>
                  <a:pt x="536791" y="532901"/>
                </a:lnTo>
                <a:lnTo>
                  <a:pt x="537763" y="532901"/>
                </a:lnTo>
                <a:lnTo>
                  <a:pt x="538735" y="531929"/>
                </a:lnTo>
                <a:lnTo>
                  <a:pt x="536791" y="531929"/>
                </a:lnTo>
                <a:lnTo>
                  <a:pt x="532901" y="530956"/>
                </a:lnTo>
                <a:lnTo>
                  <a:pt x="529984" y="529984"/>
                </a:lnTo>
                <a:lnTo>
                  <a:pt x="527067" y="529011"/>
                </a:lnTo>
                <a:lnTo>
                  <a:pt x="526094" y="529011"/>
                </a:lnTo>
                <a:lnTo>
                  <a:pt x="525121" y="529012"/>
                </a:lnTo>
                <a:lnTo>
                  <a:pt x="524149" y="529012"/>
                </a:lnTo>
                <a:lnTo>
                  <a:pt x="523177" y="528039"/>
                </a:lnTo>
                <a:lnTo>
                  <a:pt x="520259" y="527067"/>
                </a:lnTo>
                <a:lnTo>
                  <a:pt x="517342" y="526094"/>
                </a:lnTo>
                <a:lnTo>
                  <a:pt x="517342" y="525122"/>
                </a:lnTo>
                <a:lnTo>
                  <a:pt x="518314" y="524149"/>
                </a:lnTo>
                <a:lnTo>
                  <a:pt x="514425" y="524149"/>
                </a:lnTo>
                <a:lnTo>
                  <a:pt x="511507" y="524150"/>
                </a:lnTo>
                <a:lnTo>
                  <a:pt x="511507" y="523177"/>
                </a:lnTo>
                <a:lnTo>
                  <a:pt x="509562" y="523177"/>
                </a:lnTo>
                <a:lnTo>
                  <a:pt x="507617" y="522204"/>
                </a:lnTo>
                <a:lnTo>
                  <a:pt x="504700" y="521232"/>
                </a:lnTo>
                <a:lnTo>
                  <a:pt x="501782" y="521232"/>
                </a:lnTo>
                <a:lnTo>
                  <a:pt x="494003" y="517342"/>
                </a:lnTo>
                <a:lnTo>
                  <a:pt x="490114" y="515397"/>
                </a:lnTo>
                <a:lnTo>
                  <a:pt x="487195" y="513452"/>
                </a:lnTo>
                <a:lnTo>
                  <a:pt x="481361" y="512480"/>
                </a:lnTo>
                <a:lnTo>
                  <a:pt x="475527" y="509563"/>
                </a:lnTo>
                <a:lnTo>
                  <a:pt x="477471" y="509563"/>
                </a:lnTo>
                <a:lnTo>
                  <a:pt x="474554" y="508590"/>
                </a:lnTo>
                <a:lnTo>
                  <a:pt x="471637" y="507617"/>
                </a:lnTo>
                <a:lnTo>
                  <a:pt x="468719" y="505673"/>
                </a:lnTo>
                <a:lnTo>
                  <a:pt x="463857" y="502755"/>
                </a:lnTo>
                <a:lnTo>
                  <a:pt x="461912" y="501783"/>
                </a:lnTo>
                <a:lnTo>
                  <a:pt x="460939" y="502756"/>
                </a:lnTo>
                <a:lnTo>
                  <a:pt x="459967" y="503728"/>
                </a:lnTo>
                <a:lnTo>
                  <a:pt x="457050" y="501783"/>
                </a:lnTo>
                <a:lnTo>
                  <a:pt x="453160" y="499838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3"/>
          </p:nvPr>
        </p:nvSpPr>
        <p:spPr>
          <a:xfrm>
            <a:off x="841248" y="2743199"/>
            <a:ext cx="3017520" cy="324612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4"/>
          </p:nvPr>
        </p:nvSpPr>
        <p:spPr>
          <a:xfrm>
            <a:off x="5294376" y="2743200"/>
            <a:ext cx="3017520" cy="324612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MY" smtClean="0"/>
              <a:t>Copyright (c) 2013 Chetan Gadgil</a:t>
            </a:r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413FA-9E41-4DD8-B173-4E2D88ADB6C8}" type="slidenum">
              <a:rPr lang="en-MY" smtClean="0"/>
              <a:pPr/>
              <a:t>‹#›</a:t>
            </a:fld>
            <a:endParaRPr lang="en-MY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MY" smtClean="0"/>
              <a:t>Copyright (c) 2013 Chetan Gadgil</a:t>
            </a:r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5AB19-A8A5-417B-A5CC-31F873232FDD}" type="slidenum">
              <a:rPr lang="en-MY" smtClean="0"/>
              <a:pPr/>
              <a:t>‹#›</a:t>
            </a:fld>
            <a:endParaRPr lang="en-MY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280" y="1487081"/>
            <a:ext cx="3008313" cy="1921339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93350" y="835428"/>
            <a:ext cx="4699370" cy="5151526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1280" y="3408420"/>
            <a:ext cx="3008313" cy="191909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MY" smtClean="0"/>
              <a:t>Copyright (c) 2013 Chetan Gadgil</a:t>
            </a:r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ECCAA-5275-447D-A0FD-542C64571A94}" type="slidenum">
              <a:rPr lang="en-MY" smtClean="0"/>
              <a:pPr/>
              <a:t>‹#›</a:t>
            </a:fld>
            <a:endParaRPr lang="en-MY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t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200" y="191206"/>
            <a:ext cx="2781300" cy="8191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280" y="4669654"/>
            <a:ext cx="8041440" cy="719865"/>
          </a:xfrm>
        </p:spPr>
        <p:txBody>
          <a:bodyPr anchor="b"/>
          <a:lstStyle>
            <a:lvl1pPr algn="ctr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 rot="-60000">
            <a:off x="2130552" y="594360"/>
            <a:ext cx="4873752" cy="3657600"/>
          </a:xfr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9200" y="5416153"/>
            <a:ext cx="6705600" cy="603126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MY" smtClean="0"/>
              <a:t>Copyright (c) 2013 Chetan Gadgil</a:t>
            </a:r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A4AD1-3C2F-4746-825C-3A7BC7A5C529}" type="slidenum">
              <a:rPr lang="en-MY" smtClean="0"/>
              <a:pPr/>
              <a:t>‹#›</a:t>
            </a:fld>
            <a:endParaRPr lang="en-MY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MY" smtClean="0"/>
              <a:t>Copyright (c) 2013 Chetan Gadgil</a:t>
            </a:r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D5CA4-83C3-486B-B378-5A7D740C1C60}" type="slidenum">
              <a:rPr lang="en-MY" smtClean="0"/>
              <a:pPr/>
              <a:t>‹#›</a:t>
            </a:fld>
            <a:endParaRPr lang="en-MY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550278"/>
            <a:ext cx="1963320" cy="546952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51280" y="838199"/>
            <a:ext cx="5907840" cy="518160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MY" smtClean="0"/>
              <a:t>Copyright (c) 2013 Chetan Gadgil</a:t>
            </a:r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158B8-165C-4AD9-BB09-2E65AB856BFD}" type="slidenum">
              <a:rPr lang="en-MY" smtClean="0"/>
              <a:pPr/>
              <a:t>‹#›</a:t>
            </a:fld>
            <a:endParaRPr lang="en-MY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4.jpe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image" Target="../media/image7.png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4419600"/>
            <a:ext cx="5486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MY" smtClean="0"/>
              <a:t>Place Your Subtitle Here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 algn="r"/>
            <a:endParaRPr lang="en-US" sz="1000" dirty="0">
              <a:solidFill>
                <a:schemeClr val="bg2">
                  <a:shade val="50000"/>
                </a:schemeClr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 algn="l"/>
            <a:r>
              <a:rPr lang="en-US" sz="1000" smtClean="0">
                <a:solidFill>
                  <a:schemeClr val="bg2">
                    <a:shade val="50000"/>
                  </a:schemeClr>
                </a:solidFill>
              </a:rPr>
              <a:t>Copyright (c) 2013 Chetan Gadgil</a:t>
            </a:r>
            <a:endParaRPr lang="en-US" sz="1000" dirty="0">
              <a:solidFill>
                <a:schemeClr val="bg2">
                  <a:shade val="50000"/>
                </a:schemeClr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E7F13AF2-DCC4-4842-96BC-1B9869901C37}" type="slidenum">
              <a:rPr lang="en-US" sz="1000" smtClean="0">
                <a:solidFill>
                  <a:schemeClr val="bg2">
                    <a:shade val="50000"/>
                  </a:schemeClr>
                </a:solidFill>
              </a:rPr>
              <a:pPr/>
              <a:t>‹#›</a:t>
            </a:fld>
            <a:endParaRPr lang="en-US" sz="1000">
              <a:solidFill>
                <a:schemeClr val="bg2">
                  <a:shade val="50000"/>
                </a:schemeClr>
              </a:solidFill>
            </a:endParaRPr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5410200"/>
            <a:ext cx="82296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MY" smtClean="0"/>
              <a:t>Software Template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5000">
          <a:solidFill>
            <a:srgbClr val="000066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5000">
          <a:solidFill>
            <a:srgbClr val="000066"/>
          </a:solidFill>
          <a:latin typeface="Arial Black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5000">
          <a:solidFill>
            <a:srgbClr val="000066"/>
          </a:solidFill>
          <a:latin typeface="Arial Black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5000">
          <a:solidFill>
            <a:srgbClr val="000066"/>
          </a:solidFill>
          <a:latin typeface="Arial Black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5000">
          <a:solidFill>
            <a:srgbClr val="000066"/>
          </a:solidFill>
          <a:latin typeface="Arial Black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5000">
          <a:solidFill>
            <a:srgbClr val="000066"/>
          </a:solidFill>
          <a:latin typeface="Arial Black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5000">
          <a:solidFill>
            <a:srgbClr val="000066"/>
          </a:solidFill>
          <a:latin typeface="Arial Black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5000">
          <a:solidFill>
            <a:srgbClr val="000066"/>
          </a:solidFill>
          <a:latin typeface="Arial Black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5000">
          <a:solidFill>
            <a:srgbClr val="000066"/>
          </a:solidFill>
          <a:latin typeface="Arial Black" pitchFamily="34" charset="0"/>
        </a:defRPr>
      </a:lvl9pPr>
    </p:titleStyle>
    <p:bodyStyle>
      <a:lvl1pPr marL="342900" indent="-342900" algn="r" rtl="0" eaLnBrk="1" fontAlgn="base" hangingPunct="1">
        <a:spcBef>
          <a:spcPct val="20000"/>
        </a:spcBef>
        <a:spcAft>
          <a:spcPct val="0"/>
        </a:spcAft>
        <a:defRPr sz="3000" b="1">
          <a:solidFill>
            <a:srgbClr val="0066FF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685800"/>
            <a:ext cx="57150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MY" smtClean="0"/>
              <a:t>Place Your Topic Here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828800"/>
            <a:ext cx="723900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MY" smtClean="0"/>
              <a:t>Your Description Goes Here</a:t>
            </a:r>
          </a:p>
        </p:txBody>
      </p:sp>
      <p:sp>
        <p:nvSpPr>
          <p:cNvPr id="5325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MY"/>
          </a:p>
        </p:txBody>
      </p:sp>
      <p:sp>
        <p:nvSpPr>
          <p:cNvPr id="5325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r>
              <a:rPr lang="en-MY" smtClean="0"/>
              <a:t>Copyright (c) 2013 Chetan Gadgil</a:t>
            </a:r>
            <a:endParaRPr lang="en-MY"/>
          </a:p>
        </p:txBody>
      </p:sp>
      <p:sp>
        <p:nvSpPr>
          <p:cNvPr id="5325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79BF528C-4C82-4640-8088-0EB95CFD2986}" type="slidenum">
              <a:rPr lang="en-MY"/>
              <a:pPr/>
              <a:t>‹#›</a:t>
            </a:fld>
            <a:endParaRPr lang="en-MY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500">
          <a:solidFill>
            <a:srgbClr val="000066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500">
          <a:solidFill>
            <a:srgbClr val="000066"/>
          </a:solidFill>
          <a:latin typeface="Arial Black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500">
          <a:solidFill>
            <a:srgbClr val="000066"/>
          </a:solidFill>
          <a:latin typeface="Arial Black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500">
          <a:solidFill>
            <a:srgbClr val="000066"/>
          </a:solidFill>
          <a:latin typeface="Arial Black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500">
          <a:solidFill>
            <a:srgbClr val="000066"/>
          </a:solidFill>
          <a:latin typeface="Arial Black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500">
          <a:solidFill>
            <a:srgbClr val="000066"/>
          </a:solidFill>
          <a:latin typeface="Arial Black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500">
          <a:solidFill>
            <a:srgbClr val="000066"/>
          </a:solidFill>
          <a:latin typeface="Arial Black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500">
          <a:solidFill>
            <a:srgbClr val="000066"/>
          </a:solidFill>
          <a:latin typeface="Arial Black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500">
          <a:solidFill>
            <a:srgbClr val="000066"/>
          </a:solidFill>
          <a:latin typeface="Arial Black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defRPr sz="20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8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MY"/>
          </a:p>
        </p:txBody>
      </p:sp>
      <p:sp>
        <p:nvSpPr>
          <p:cNvPr id="15258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r>
              <a:rPr lang="en-MY" smtClean="0"/>
              <a:t>Copyright (c) 2013 Chetan Gadgil</a:t>
            </a:r>
            <a:endParaRPr lang="en-MY"/>
          </a:p>
        </p:txBody>
      </p:sp>
      <p:sp>
        <p:nvSpPr>
          <p:cNvPr id="15258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B6DB6097-FE9B-4852-83B9-DF0B82D99DA6}" type="slidenum">
              <a:rPr lang="en-MY"/>
              <a:pPr/>
              <a:t>‹#›</a:t>
            </a:fld>
            <a:endParaRPr lang="en-MY"/>
          </a:p>
        </p:txBody>
      </p:sp>
      <p:sp>
        <p:nvSpPr>
          <p:cNvPr id="152600" name="Rectangle 24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685800"/>
            <a:ext cx="57150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MY" smtClean="0"/>
              <a:t>Place Your Topic Here</a:t>
            </a:r>
          </a:p>
        </p:txBody>
      </p:sp>
      <p:sp>
        <p:nvSpPr>
          <p:cNvPr id="152601" name="Rectangle 25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828800"/>
            <a:ext cx="723900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MY" smtClean="0"/>
              <a:t>Your Description Goes Here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ransition/>
  <p:timing>
    <p:tnLst>
      <p:par>
        <p:cTn id="1" dur="indefinite" restart="never" nodeType="tmRoot"/>
      </p:par>
    </p:tnLst>
  </p:timing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500">
          <a:solidFill>
            <a:srgbClr val="3333CC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500">
          <a:solidFill>
            <a:srgbClr val="3333CC"/>
          </a:solidFill>
          <a:latin typeface="Arial Black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500">
          <a:solidFill>
            <a:srgbClr val="3333CC"/>
          </a:solidFill>
          <a:latin typeface="Arial Black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500">
          <a:solidFill>
            <a:srgbClr val="3333CC"/>
          </a:solidFill>
          <a:latin typeface="Arial Black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500">
          <a:solidFill>
            <a:srgbClr val="3333CC"/>
          </a:solidFill>
          <a:latin typeface="Arial Black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500">
          <a:solidFill>
            <a:srgbClr val="3333CC"/>
          </a:solidFill>
          <a:latin typeface="Arial Black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500">
          <a:solidFill>
            <a:srgbClr val="3333CC"/>
          </a:solidFill>
          <a:latin typeface="Arial Black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500">
          <a:solidFill>
            <a:srgbClr val="3333CC"/>
          </a:solidFill>
          <a:latin typeface="Arial Black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500">
          <a:solidFill>
            <a:srgbClr val="3333CC"/>
          </a:solidFill>
          <a:latin typeface="Arial Black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defRPr sz="2000" b="1">
          <a:solidFill>
            <a:srgbClr val="000066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MY"/>
          </a:p>
        </p:txBody>
      </p:sp>
      <p:sp>
        <p:nvSpPr>
          <p:cNvPr id="15667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r>
              <a:rPr lang="en-MY" smtClean="0"/>
              <a:t>Copyright (c) 2013 Chetan Gadgil</a:t>
            </a:r>
            <a:endParaRPr lang="en-MY"/>
          </a:p>
        </p:txBody>
      </p:sp>
      <p:sp>
        <p:nvSpPr>
          <p:cNvPr id="15667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6BBD4EE2-C9C7-4C62-AE47-4635544D1932}" type="slidenum">
              <a:rPr lang="en-MY"/>
              <a:pPr/>
              <a:t>‹#›</a:t>
            </a:fld>
            <a:endParaRPr lang="en-MY"/>
          </a:p>
        </p:txBody>
      </p:sp>
      <p:sp>
        <p:nvSpPr>
          <p:cNvPr id="156680" name="Rectangle 8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5181600"/>
            <a:ext cx="80772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MY" smtClean="0"/>
              <a:t>Transitional Page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5000">
          <a:solidFill>
            <a:schemeClr val="hlink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5000">
          <a:solidFill>
            <a:schemeClr val="hlink"/>
          </a:solidFill>
          <a:latin typeface="Arial Black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5000">
          <a:solidFill>
            <a:schemeClr val="hlink"/>
          </a:solidFill>
          <a:latin typeface="Arial Black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5000">
          <a:solidFill>
            <a:schemeClr val="hlink"/>
          </a:solidFill>
          <a:latin typeface="Arial Black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5000">
          <a:solidFill>
            <a:schemeClr val="hlink"/>
          </a:solidFill>
          <a:latin typeface="Arial Black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5000">
          <a:solidFill>
            <a:schemeClr val="hlink"/>
          </a:solidFill>
          <a:latin typeface="Arial Black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5000">
          <a:solidFill>
            <a:schemeClr val="hlink"/>
          </a:solidFill>
          <a:latin typeface="Arial Black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5000">
          <a:solidFill>
            <a:schemeClr val="hlink"/>
          </a:solidFill>
          <a:latin typeface="Arial Black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5000">
          <a:solidFill>
            <a:schemeClr val="hlink"/>
          </a:solidFill>
          <a:latin typeface="Arial Black" pitchFamily="34" charset="0"/>
        </a:defRPr>
      </a:lvl9pPr>
    </p:titleStyle>
    <p:bodyStyle>
      <a:lvl1pPr marL="342900" indent="-342900" algn="ctr" rtl="0" eaLnBrk="1" fontAlgn="base" hangingPunct="1">
        <a:spcBef>
          <a:spcPct val="20000"/>
        </a:spcBef>
        <a:spcAft>
          <a:spcPct val="0"/>
        </a:spcAft>
        <a:defRPr sz="45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defRPr sz="2800">
          <a:solidFill>
            <a:schemeClr val="tx1"/>
          </a:solidFill>
          <a:latin typeface="Arial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Arial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nterior-Overlay.png"/>
          <p:cNvPicPr>
            <a:picLocks noChangeAspect="1"/>
          </p:cNvPicPr>
          <p:nvPr/>
        </p:nvPicPr>
        <p:blipFill>
          <a:blip r:embed="rId13">
            <a:lum bright="-10000"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280" y="436563"/>
            <a:ext cx="8041440" cy="14426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038388"/>
            <a:ext cx="7467600" cy="39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1280" y="6148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>
                <a:solidFill>
                  <a:schemeClr val="tx1">
                    <a:lumMod val="50000"/>
                    <a:lumOff val="50000"/>
                  </a:schemeClr>
                </a:solidFill>
                <a:latin typeface="Rage Italic" pitchFamily="66" charset="0"/>
                <a:cs typeface="Rage Italic" pitchFamily="66" charset="0"/>
              </a:defRPr>
            </a:lvl1pPr>
          </a:lstStyle>
          <a:p>
            <a:pPr algn="r"/>
            <a:endParaRPr lang="en-US" sz="1000" dirty="0">
              <a:solidFill>
                <a:schemeClr val="bg2">
                  <a:shade val="50000"/>
                </a:scheme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148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0">
                <a:solidFill>
                  <a:schemeClr val="tx1">
                    <a:lumMod val="50000"/>
                    <a:lumOff val="50000"/>
                  </a:schemeClr>
                </a:solidFill>
                <a:latin typeface="Rage Italic" pitchFamily="66" charset="0"/>
                <a:cs typeface="Rage Italic" pitchFamily="66" charset="0"/>
              </a:defRPr>
            </a:lvl1pPr>
          </a:lstStyle>
          <a:p>
            <a:pPr algn="l"/>
            <a:r>
              <a:rPr lang="en-US" sz="1000" smtClean="0">
                <a:solidFill>
                  <a:schemeClr val="bg2">
                    <a:shade val="50000"/>
                  </a:schemeClr>
                </a:solidFill>
              </a:rPr>
              <a:t>Copyright (c) 2013 Chetan Gadgil</a:t>
            </a:r>
            <a:endParaRPr lang="en-US" sz="1000" dirty="0">
              <a:solidFill>
                <a:schemeClr val="bg2">
                  <a:shade val="50000"/>
                </a:scheme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9120" y="6148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0">
                <a:solidFill>
                  <a:schemeClr val="tx1">
                    <a:lumMod val="50000"/>
                    <a:lumOff val="50000"/>
                  </a:schemeClr>
                </a:solidFill>
                <a:latin typeface="Rage Italic" pitchFamily="66" charset="0"/>
                <a:cs typeface="Rage Italic" pitchFamily="66" charset="0"/>
              </a:defRPr>
            </a:lvl1pPr>
          </a:lstStyle>
          <a:p>
            <a:fld id="{E7F13AF2-DCC4-4842-96BC-1B9869901C37}" type="slidenum">
              <a:rPr lang="en-US" sz="1000" smtClean="0">
                <a:solidFill>
                  <a:schemeClr val="bg2">
                    <a:shade val="50000"/>
                  </a:schemeClr>
                </a:solidFill>
              </a:rPr>
              <a:pPr/>
              <a:t>‹#›</a:t>
            </a:fld>
            <a:endParaRPr lang="en-US" sz="1000">
              <a:solidFill>
                <a:schemeClr val="bg2">
                  <a:shade val="50000"/>
                </a:scheme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8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28600" algn="l" defTabSz="457200" rtl="0" eaLnBrk="1" latinLnBrk="0" hangingPunct="1">
        <a:spcBef>
          <a:spcPct val="20000"/>
        </a:spcBef>
        <a:buClr>
          <a:schemeClr val="accent1"/>
        </a:buClr>
        <a:buSzPct val="95000"/>
        <a:buFont typeface="Rage Italic" pitchFamily="66" charset="0"/>
        <a:buChar char="0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784" indent="-228600" algn="l" defTabSz="457200" rtl="0" eaLnBrk="1" latinLnBrk="0" hangingPunct="1">
        <a:spcBef>
          <a:spcPct val="20000"/>
        </a:spcBef>
        <a:buClr>
          <a:schemeClr val="accent1"/>
        </a:buClr>
        <a:buSzPct val="95000"/>
        <a:buFont typeface="Rage Italic" pitchFamily="66" charset="0"/>
        <a:buChar char="0"/>
        <a:defRPr sz="2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22960" indent="-182880" algn="l" defTabSz="457200" rtl="0" eaLnBrk="1" latinLnBrk="0" hangingPunct="1">
        <a:spcBef>
          <a:spcPct val="20000"/>
        </a:spcBef>
        <a:buClr>
          <a:schemeClr val="accent1"/>
        </a:buClr>
        <a:buSzPct val="95000"/>
        <a:buFont typeface="Rage Italic" pitchFamily="66" charset="0"/>
        <a:buChar char="0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97280" indent="-182880" algn="l" defTabSz="457200" rtl="0" eaLnBrk="1" latinLnBrk="0" hangingPunct="1">
        <a:spcBef>
          <a:spcPct val="20000"/>
        </a:spcBef>
        <a:buClr>
          <a:schemeClr val="accent1"/>
        </a:buClr>
        <a:buSzPct val="95000"/>
        <a:buFont typeface="Rage Italic" pitchFamily="66" charset="0"/>
        <a:buChar char="0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417320" indent="-182880" algn="l" defTabSz="457200" rtl="0" eaLnBrk="1" latinLnBrk="0" hangingPunct="1">
        <a:spcBef>
          <a:spcPct val="20000"/>
        </a:spcBef>
        <a:buClr>
          <a:schemeClr val="accent1"/>
        </a:buClr>
        <a:buSzPct val="95000"/>
        <a:buFont typeface="Rage Italic" pitchFamily="66" charset="0"/>
        <a:buChar char="0"/>
        <a:defRPr sz="1400" kern="120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645920" indent="-182880" algn="l" defTabSz="457200" rtl="0" eaLnBrk="1" latinLnBrk="0" hangingPunct="1">
        <a:spcBef>
          <a:spcPct val="20000"/>
        </a:spcBef>
        <a:buClr>
          <a:schemeClr val="accent1"/>
        </a:buClr>
        <a:buSzPct val="95000"/>
        <a:buFont typeface="Rage Italic" pitchFamily="66" charset="0"/>
        <a:buChar char="0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20240" indent="-182880" algn="l" defTabSz="457200" rtl="0" eaLnBrk="1" latinLnBrk="0" hangingPunct="1">
        <a:spcBef>
          <a:spcPct val="20000"/>
        </a:spcBef>
        <a:buClr>
          <a:schemeClr val="accent1"/>
        </a:buClr>
        <a:buSzPct val="95000"/>
        <a:buFont typeface="Rage Italic" pitchFamily="66" charset="0"/>
        <a:buChar char="0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194560" indent="-182880" algn="l" defTabSz="457200" rtl="0" eaLnBrk="1" latinLnBrk="0" hangingPunct="1">
        <a:spcBef>
          <a:spcPct val="20000"/>
        </a:spcBef>
        <a:buClr>
          <a:schemeClr val="accent1"/>
        </a:buClr>
        <a:buSzPct val="95000"/>
        <a:buFont typeface="Rage Italic" pitchFamily="66" charset="0"/>
        <a:buChar char="0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68880" indent="-182880" algn="l" defTabSz="457200" rtl="0" eaLnBrk="1" latinLnBrk="0" hangingPunct="1">
        <a:spcBef>
          <a:spcPct val="20000"/>
        </a:spcBef>
        <a:buClr>
          <a:schemeClr val="accent1"/>
        </a:buClr>
        <a:buSzPct val="95000"/>
        <a:buFont typeface="Rage Italic" pitchFamily="66" charset="0"/>
        <a:buChar char="0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4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6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6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3" Type="http://schemas.openxmlformats.org/officeDocument/2006/relationships/image" Target="../media/image15.jpeg"/><Relationship Id="rId7" Type="http://schemas.openxmlformats.org/officeDocument/2006/relationships/image" Target="../media/image1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6.xml"/><Relationship Id="rId6" Type="http://schemas.openxmlformats.org/officeDocument/2006/relationships/image" Target="../media/image18.png"/><Relationship Id="rId5" Type="http://schemas.openxmlformats.org/officeDocument/2006/relationships/image" Target="../media/image17.wmf"/><Relationship Id="rId4" Type="http://schemas.openxmlformats.org/officeDocument/2006/relationships/image" Target="../media/image16.w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6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6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cgadgil/optionpricing/tree/master/javasamples" TargetMode="External"/><Relationship Id="rId1" Type="http://schemas.openxmlformats.org/officeDocument/2006/relationships/slideLayout" Target="../slideLayouts/slideLayout4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Open Options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3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Modeling and measuring risk/return</a:t>
            </a:r>
          </a:p>
          <a:p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en-US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Chetan</a:t>
            </a: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Gadgil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MY" smtClean="0"/>
              <a:t>Copyright (c) 2013 Chetan Gadgil</a:t>
            </a:r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2522D-240E-4A4B-A439-F1959C9BA75C}" type="slidenum">
              <a:rPr lang="en-MY" smtClean="0"/>
              <a:pPr/>
              <a:t>1</a:t>
            </a:fld>
            <a:endParaRPr lang="en-MY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Option </a:t>
            </a:r>
            <a:r>
              <a:rPr lang="en-US" dirty="0" smtClean="0"/>
              <a:t>Value Primer</a:t>
            </a:r>
            <a:endParaRPr lang="en-US" dirty="0"/>
          </a:p>
        </p:txBody>
      </p:sp>
      <p:pic>
        <p:nvPicPr>
          <p:cNvPr id="2050" name="Picture 2" descr="http://www.investorsoftware.net/InvestorPrimer/Images/OptionsProfit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1676400"/>
            <a:ext cx="4114800" cy="4314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MY" smtClean="0"/>
              <a:t>Copyright (c) 2013 Chetan Gadgil</a:t>
            </a:r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7D5E6-BE40-49DF-9411-62F59E255471}" type="slidenum">
              <a:rPr lang="en-MY" smtClean="0"/>
              <a:pPr/>
              <a:t>2</a:t>
            </a:fld>
            <a:endParaRPr lang="en-MY"/>
          </a:p>
        </p:txBody>
      </p:sp>
      <p:sp>
        <p:nvSpPr>
          <p:cNvPr id="5" name="TextBox 4"/>
          <p:cNvSpPr txBox="1"/>
          <p:nvPr/>
        </p:nvSpPr>
        <p:spPr>
          <a:xfrm>
            <a:off x="3429000" y="5760351"/>
            <a:ext cx="2362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Price of an option just about to expire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2133600" y="5943600"/>
            <a:ext cx="47244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Source</a:t>
            </a:r>
            <a:r>
              <a:rPr lang="en-US" sz="900" dirty="0"/>
              <a:t>: http://bit.ly/12xfS1C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011449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280" y="436563"/>
            <a:ext cx="8041440" cy="935037"/>
          </a:xfrm>
        </p:spPr>
        <p:txBody>
          <a:bodyPr/>
          <a:lstStyle/>
          <a:p>
            <a:r>
              <a:rPr lang="en-US" dirty="0" smtClean="0"/>
              <a:t>Price of Option (cost of risk)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MY" smtClean="0"/>
              <a:t>Copyright (c) 2013 Chetan Gadgil</a:t>
            </a:r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7D5E6-BE40-49DF-9411-62F59E255471}" type="slidenum">
              <a:rPr lang="en-MY" smtClean="0"/>
              <a:pPr/>
              <a:t>3</a:t>
            </a:fld>
            <a:endParaRPr lang="en-MY"/>
          </a:p>
        </p:txBody>
      </p:sp>
      <p:sp>
        <p:nvSpPr>
          <p:cNvPr id="5" name="TextBox 4"/>
          <p:cNvSpPr txBox="1"/>
          <p:nvPr/>
        </p:nvSpPr>
        <p:spPr>
          <a:xfrm>
            <a:off x="1851804" y="5706424"/>
            <a:ext cx="5638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Black &amp; Scholes Formula. Source</a:t>
            </a:r>
            <a:r>
              <a:rPr lang="en-US" sz="1400" dirty="0"/>
              <a:t>: http://bit.ly/13pHQZP</a:t>
            </a:r>
          </a:p>
        </p:txBody>
      </p:sp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605" y="1447800"/>
            <a:ext cx="6757095" cy="42586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26965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“Choice. The problem is choice”.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60124129"/>
              </p:ext>
            </p:extLst>
          </p:nvPr>
        </p:nvGraphicFramePr>
        <p:xfrm>
          <a:off x="1524000" y="1590020"/>
          <a:ext cx="6400800" cy="49631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Rectangle 6"/>
          <p:cNvSpPr/>
          <p:nvPr/>
        </p:nvSpPr>
        <p:spPr>
          <a:xfrm>
            <a:off x="7772400" y="2971800"/>
            <a:ext cx="740908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96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?</a:t>
            </a:r>
            <a:endParaRPr lang="en-US" sz="96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MY" smtClean="0"/>
              <a:t>Copyright (c) 2013 Chetan Gadgil</a:t>
            </a:r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7D5E6-BE40-49DF-9411-62F59E255471}" type="slidenum">
              <a:rPr lang="en-MY" smtClean="0"/>
              <a:pPr/>
              <a:t>4</a:t>
            </a:fld>
            <a:endParaRPr lang="en-MY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Open Options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" name="Diagram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63794990"/>
              </p:ext>
            </p:extLst>
          </p:nvPr>
        </p:nvGraphicFramePr>
        <p:xfrm>
          <a:off x="838200" y="2038350"/>
          <a:ext cx="7467600" cy="39512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MY" smtClean="0"/>
              <a:t>Copyright (c) 2013 Chetan Gadgil</a:t>
            </a:r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7D5E6-BE40-49DF-9411-62F59E255471}" type="slidenum">
              <a:rPr lang="en-MY" smtClean="0"/>
              <a:pPr/>
              <a:t>5</a:t>
            </a:fld>
            <a:endParaRPr lang="en-MY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Open Options Overview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7316139"/>
              </p:ext>
            </p:extLst>
          </p:nvPr>
        </p:nvGraphicFramePr>
        <p:xfrm>
          <a:off x="838200" y="2038350"/>
          <a:ext cx="7467600" cy="39512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MY" smtClean="0"/>
              <a:t>Copyright (c) 2013 Chetan Gadgil</a:t>
            </a:r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7D5E6-BE40-49DF-9411-62F59E255471}" type="slidenum">
              <a:rPr lang="en-MY" smtClean="0"/>
              <a:pPr/>
              <a:t>6</a:t>
            </a:fld>
            <a:endParaRPr lang="en-MY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ounded Rectangle 25"/>
          <p:cNvSpPr/>
          <p:nvPr/>
        </p:nvSpPr>
        <p:spPr>
          <a:xfrm>
            <a:off x="5285834" y="4054545"/>
            <a:ext cx="1582948" cy="822507"/>
          </a:xfrm>
          <a:prstGeom prst="roundRect">
            <a:avLst/>
          </a:prstGeom>
          <a:solidFill>
            <a:schemeClr val="tx2">
              <a:lumMod val="25000"/>
              <a:lumOff val="75000"/>
              <a:alpha val="4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1050" dirty="0" smtClean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Market Data Store</a:t>
            </a:r>
            <a:endParaRPr lang="en-US" sz="1050" dirty="0">
              <a:solidFill>
                <a:schemeClr val="bg2">
                  <a:lumMod val="1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09600" y="3211737"/>
            <a:ext cx="6629401" cy="260952"/>
          </a:xfrm>
          <a:prstGeom prst="roundRect">
            <a:avLst/>
          </a:prstGeom>
          <a:solidFill>
            <a:schemeClr val="tx2">
              <a:lumMod val="25000"/>
              <a:lumOff val="75000"/>
              <a:alpha val="4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sz="1400" dirty="0" smtClean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Market Data Feed Bus</a:t>
            </a:r>
            <a:endParaRPr lang="en-US" sz="1400" dirty="0">
              <a:solidFill>
                <a:schemeClr val="bg2">
                  <a:lumMod val="1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Rectangle 2"/>
          <p:cNvSpPr>
            <a:spLocks noGrp="1"/>
          </p:cNvSpPr>
          <p:nvPr>
            <p:ph type="title"/>
          </p:nvPr>
        </p:nvSpPr>
        <p:spPr>
          <a:xfrm>
            <a:off x="551280" y="436563"/>
            <a:ext cx="8041440" cy="706437"/>
          </a:xfrm>
        </p:spPr>
        <p:txBody>
          <a:bodyPr/>
          <a:lstStyle/>
          <a:p>
            <a:r>
              <a:rPr lang="en-US" dirty="0" smtClean="0"/>
              <a:t>Architecture</a:t>
            </a:r>
            <a:endParaRPr lang="en-US" dirty="0"/>
          </a:p>
        </p:txBody>
      </p:sp>
      <p:sp>
        <p:nvSpPr>
          <p:cNvPr id="5" name="Rounded Rectangle 4"/>
          <p:cNvSpPr/>
          <p:nvPr/>
        </p:nvSpPr>
        <p:spPr>
          <a:xfrm rot="16200000">
            <a:off x="597298" y="3721497"/>
            <a:ext cx="1091404" cy="304800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Price</a:t>
            </a:r>
            <a:endParaRPr lang="en-US" sz="1400" dirty="0"/>
          </a:p>
        </p:txBody>
      </p:sp>
      <p:sp>
        <p:nvSpPr>
          <p:cNvPr id="6" name="Rounded Rectangle 5"/>
          <p:cNvSpPr/>
          <p:nvPr/>
        </p:nvSpPr>
        <p:spPr>
          <a:xfrm rot="16200000">
            <a:off x="1367564" y="3737672"/>
            <a:ext cx="1076308" cy="287546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Sentiment</a:t>
            </a:r>
            <a:endParaRPr lang="en-US" sz="1400" dirty="0"/>
          </a:p>
        </p:txBody>
      </p:sp>
      <p:sp>
        <p:nvSpPr>
          <p:cNvPr id="7" name="Rounded Rectangle 6"/>
          <p:cNvSpPr/>
          <p:nvPr/>
        </p:nvSpPr>
        <p:spPr>
          <a:xfrm rot="16200000">
            <a:off x="2192465" y="3726529"/>
            <a:ext cx="1091405" cy="294736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Regulatory</a:t>
            </a:r>
            <a:endParaRPr lang="en-US" sz="1400" dirty="0"/>
          </a:p>
        </p:txBody>
      </p:sp>
      <p:sp>
        <p:nvSpPr>
          <p:cNvPr id="10" name="Rounded Rectangle 9"/>
          <p:cNvSpPr/>
          <p:nvPr/>
        </p:nvSpPr>
        <p:spPr>
          <a:xfrm>
            <a:off x="3673132" y="4056315"/>
            <a:ext cx="1245959" cy="866549"/>
          </a:xfrm>
          <a:prstGeom prst="roundRect">
            <a:avLst/>
          </a:prstGeom>
          <a:solidFill>
            <a:schemeClr val="tx2">
              <a:lumMod val="25000"/>
              <a:lumOff val="75000"/>
              <a:alpha val="4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1050" dirty="0" smtClean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Feed Processor</a:t>
            </a:r>
            <a:endParaRPr lang="en-US" sz="1050" dirty="0">
              <a:solidFill>
                <a:schemeClr val="bg2">
                  <a:lumMod val="1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Flowchart: Magnetic Disk 10"/>
          <p:cNvSpPr/>
          <p:nvPr/>
        </p:nvSpPr>
        <p:spPr>
          <a:xfrm>
            <a:off x="6312738" y="4438334"/>
            <a:ext cx="419100" cy="304800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…</a:t>
            </a:r>
            <a:endParaRPr lang="en-US" sz="1400" dirty="0"/>
          </a:p>
        </p:txBody>
      </p:sp>
      <p:sp>
        <p:nvSpPr>
          <p:cNvPr id="24" name="Flowchart: Magnetic Disk 23"/>
          <p:cNvSpPr/>
          <p:nvPr/>
        </p:nvSpPr>
        <p:spPr>
          <a:xfrm>
            <a:off x="5461957" y="4438740"/>
            <a:ext cx="419100" cy="304800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…</a:t>
            </a:r>
            <a:endParaRPr lang="en-US" sz="1400" dirty="0"/>
          </a:p>
        </p:txBody>
      </p:sp>
      <p:sp>
        <p:nvSpPr>
          <p:cNvPr id="25" name="Rounded Rectangle 24"/>
          <p:cNvSpPr/>
          <p:nvPr/>
        </p:nvSpPr>
        <p:spPr>
          <a:xfrm>
            <a:off x="592346" y="1981200"/>
            <a:ext cx="8170654" cy="242258"/>
          </a:xfrm>
          <a:prstGeom prst="roundRect">
            <a:avLst/>
          </a:prstGeom>
          <a:solidFill>
            <a:schemeClr val="tx2">
              <a:lumMod val="25000"/>
              <a:lumOff val="75000"/>
              <a:alpha val="4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sz="1400" dirty="0" smtClean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Analyst UI Services</a:t>
            </a:r>
            <a:endParaRPr lang="en-US" sz="1400" dirty="0">
              <a:solidFill>
                <a:schemeClr val="bg2">
                  <a:lumMod val="1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30" name="Picture 6" descr="C:\Users\cgadgil\AppData\Local\Microsoft\Windows\Temporary Internet Files\Content.IE5\QM937Q9N\MP900442414[1]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562" y="4465798"/>
            <a:ext cx="560874" cy="373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C:\Users\cgadgil\AppData\Local\Microsoft\Windows\Temporary Internet Files\Content.IE5\6ESOHO46\MC900440412[1].wmf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6515" y="4486029"/>
            <a:ext cx="638573" cy="518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7" name="Picture 13" descr="C:\Users\cgadgil\AppData\Local\Microsoft\Windows\Temporary Internet Files\Content.IE5\TAQ9LDV2\MC900297475[1].wmf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959" y="4438740"/>
            <a:ext cx="426415" cy="484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Up-Down Arrow 19"/>
          <p:cNvSpPr/>
          <p:nvPr/>
        </p:nvSpPr>
        <p:spPr>
          <a:xfrm>
            <a:off x="4211325" y="3520458"/>
            <a:ext cx="163573" cy="514287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36" name="Up-Down Arrow 35"/>
          <p:cNvSpPr/>
          <p:nvPr/>
        </p:nvSpPr>
        <p:spPr>
          <a:xfrm>
            <a:off x="5954382" y="3520458"/>
            <a:ext cx="245853" cy="501513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37" name="Rounded Rectangle 36"/>
          <p:cNvSpPr/>
          <p:nvPr/>
        </p:nvSpPr>
        <p:spPr>
          <a:xfrm>
            <a:off x="609601" y="2493458"/>
            <a:ext cx="6629400" cy="275141"/>
          </a:xfrm>
          <a:prstGeom prst="roundRect">
            <a:avLst/>
          </a:prstGeom>
          <a:solidFill>
            <a:schemeClr val="tx2">
              <a:lumMod val="25000"/>
              <a:lumOff val="75000"/>
              <a:alpha val="4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sz="1400" dirty="0" smtClean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Analysis Bus</a:t>
            </a:r>
            <a:endParaRPr lang="en-US" sz="1400" dirty="0">
              <a:solidFill>
                <a:schemeClr val="bg2">
                  <a:lumMod val="1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39" name="Picture 15" descr="C:\Users\cgadgil\AppData\Local\Microsoft\Windows\Temporary Internet Files\Content.IE5\QM937Q9N\MC900433847[1]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930" y="1143000"/>
            <a:ext cx="761885" cy="761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1" name="Picture 17" descr="http://www.wired.com/images_blogs/threatlevel/2012/02/chrome-icon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2561" y="1143000"/>
            <a:ext cx="802976" cy="802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Rounded Rectangle 40"/>
          <p:cNvSpPr/>
          <p:nvPr/>
        </p:nvSpPr>
        <p:spPr>
          <a:xfrm>
            <a:off x="7532659" y="2819400"/>
            <a:ext cx="1215605" cy="1725280"/>
          </a:xfrm>
          <a:prstGeom prst="roundRect">
            <a:avLst/>
          </a:prstGeom>
          <a:solidFill>
            <a:schemeClr val="tx2">
              <a:lumMod val="25000"/>
              <a:lumOff val="75000"/>
              <a:alpha val="4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800" dirty="0" smtClean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Analysis Market</a:t>
            </a:r>
            <a:endParaRPr lang="en-US" sz="800" dirty="0">
              <a:solidFill>
                <a:schemeClr val="bg2">
                  <a:lumMod val="1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42" name="Picture 18" descr="C:\Users\cgadgil\AppData\Local\Microsoft\Windows\Temporary Internet Files\Content.IE5\6ESOHO46\MC900216700[1].wmf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0339" y="840289"/>
            <a:ext cx="565218" cy="683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Rounded Rectangle 42"/>
          <p:cNvSpPr/>
          <p:nvPr/>
        </p:nvSpPr>
        <p:spPr>
          <a:xfrm>
            <a:off x="743129" y="2666999"/>
            <a:ext cx="799739" cy="220133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smtClean="0"/>
              <a:t>Analysis</a:t>
            </a:r>
            <a:endParaRPr lang="en-US" sz="1050" dirty="0"/>
          </a:p>
        </p:txBody>
      </p:sp>
      <p:sp>
        <p:nvSpPr>
          <p:cNvPr id="44" name="Rounded Rectangle 43"/>
          <p:cNvSpPr/>
          <p:nvPr/>
        </p:nvSpPr>
        <p:spPr>
          <a:xfrm>
            <a:off x="1649621" y="2666999"/>
            <a:ext cx="799739" cy="220133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smtClean="0"/>
              <a:t>Analysis</a:t>
            </a:r>
            <a:endParaRPr lang="en-US" sz="1050" dirty="0"/>
          </a:p>
        </p:txBody>
      </p:sp>
      <p:sp>
        <p:nvSpPr>
          <p:cNvPr id="21" name="Down Arrow 20"/>
          <p:cNvSpPr/>
          <p:nvPr/>
        </p:nvSpPr>
        <p:spPr>
          <a:xfrm>
            <a:off x="7996346" y="1645039"/>
            <a:ext cx="157244" cy="130923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6" name="Rounded Rectangle 45"/>
          <p:cNvSpPr/>
          <p:nvPr/>
        </p:nvSpPr>
        <p:spPr>
          <a:xfrm>
            <a:off x="7675098" y="4191000"/>
            <a:ext cx="935502" cy="218868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 smtClean="0"/>
              <a:t>Options</a:t>
            </a:r>
            <a:endParaRPr lang="en-US" sz="700" dirty="0"/>
          </a:p>
        </p:txBody>
      </p:sp>
      <p:sp>
        <p:nvSpPr>
          <p:cNvPr id="47" name="Rounded Rectangle 46"/>
          <p:cNvSpPr/>
          <p:nvPr/>
        </p:nvSpPr>
        <p:spPr>
          <a:xfrm>
            <a:off x="7672710" y="3932041"/>
            <a:ext cx="935502" cy="218868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 smtClean="0"/>
              <a:t>Commodities</a:t>
            </a:r>
            <a:endParaRPr lang="en-US" sz="700" dirty="0"/>
          </a:p>
        </p:txBody>
      </p:sp>
      <p:sp>
        <p:nvSpPr>
          <p:cNvPr id="48" name="Up-Down Arrow 47"/>
          <p:cNvSpPr/>
          <p:nvPr/>
        </p:nvSpPr>
        <p:spPr>
          <a:xfrm>
            <a:off x="4479464" y="2223458"/>
            <a:ext cx="152889" cy="270000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9" name="Up-Down Arrow 48"/>
          <p:cNvSpPr/>
          <p:nvPr/>
        </p:nvSpPr>
        <p:spPr>
          <a:xfrm>
            <a:off x="3822616" y="2768599"/>
            <a:ext cx="215984" cy="443138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0" name="Rounded Rectangle 49"/>
          <p:cNvSpPr/>
          <p:nvPr/>
        </p:nvSpPr>
        <p:spPr>
          <a:xfrm>
            <a:off x="7685839" y="3671089"/>
            <a:ext cx="935502" cy="218868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 smtClean="0"/>
              <a:t>Complex</a:t>
            </a:r>
            <a:endParaRPr lang="en-US" sz="700" dirty="0"/>
          </a:p>
        </p:txBody>
      </p:sp>
      <p:sp>
        <p:nvSpPr>
          <p:cNvPr id="51" name="Rounded Rectangle 50"/>
          <p:cNvSpPr/>
          <p:nvPr/>
        </p:nvSpPr>
        <p:spPr>
          <a:xfrm>
            <a:off x="7685839" y="3276599"/>
            <a:ext cx="935502" cy="304966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 smtClean="0"/>
              <a:t>Machine Learning</a:t>
            </a:r>
            <a:endParaRPr lang="en-US" sz="700" dirty="0"/>
          </a:p>
        </p:txBody>
      </p:sp>
      <p:sp>
        <p:nvSpPr>
          <p:cNvPr id="59" name="Rounded Rectangle 58"/>
          <p:cNvSpPr/>
          <p:nvPr/>
        </p:nvSpPr>
        <p:spPr>
          <a:xfrm>
            <a:off x="4966319" y="2676792"/>
            <a:ext cx="799739" cy="220133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smtClean="0"/>
              <a:t>Analysis</a:t>
            </a:r>
            <a:endParaRPr lang="en-US" sz="1050" dirty="0"/>
          </a:p>
        </p:txBody>
      </p:sp>
      <p:sp>
        <p:nvSpPr>
          <p:cNvPr id="32" name="Snip Diagonal Corner Rectangle 31"/>
          <p:cNvSpPr/>
          <p:nvPr/>
        </p:nvSpPr>
        <p:spPr>
          <a:xfrm>
            <a:off x="3352800" y="1277788"/>
            <a:ext cx="1447800" cy="533400"/>
          </a:xfrm>
          <a:prstGeom prst="snip2Diag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bg2">
                    <a:lumMod val="10000"/>
                  </a:schemeClr>
                </a:solidFill>
              </a:rPr>
              <a:t>API Client</a:t>
            </a:r>
            <a:endParaRPr lang="en-US" sz="14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61" name="Rounded Rectangle 60"/>
          <p:cNvSpPr/>
          <p:nvPr/>
        </p:nvSpPr>
        <p:spPr>
          <a:xfrm>
            <a:off x="3751918" y="4355731"/>
            <a:ext cx="1088385" cy="220133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smtClean="0"/>
              <a:t>ETL</a:t>
            </a:r>
            <a:endParaRPr lang="en-US" sz="1050" dirty="0"/>
          </a:p>
        </p:txBody>
      </p:sp>
      <p:sp>
        <p:nvSpPr>
          <p:cNvPr id="62" name="Rounded Rectangle 61"/>
          <p:cNvSpPr/>
          <p:nvPr/>
        </p:nvSpPr>
        <p:spPr>
          <a:xfrm>
            <a:off x="3751918" y="4619581"/>
            <a:ext cx="1088385" cy="220133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smtClean="0"/>
              <a:t>Workflow</a:t>
            </a:r>
            <a:endParaRPr lang="en-US" sz="1050" dirty="0"/>
          </a:p>
        </p:txBody>
      </p:sp>
      <p:sp>
        <p:nvSpPr>
          <p:cNvPr id="63" name="Rounded Rectangle 62"/>
          <p:cNvSpPr/>
          <p:nvPr/>
        </p:nvSpPr>
        <p:spPr>
          <a:xfrm>
            <a:off x="507914" y="5073048"/>
            <a:ext cx="6731087" cy="260952"/>
          </a:xfrm>
          <a:prstGeom prst="roundRect">
            <a:avLst/>
          </a:prstGeom>
          <a:solidFill>
            <a:schemeClr val="tx2">
              <a:lumMod val="25000"/>
              <a:lumOff val="75000"/>
              <a:alpha val="4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sz="1400" dirty="0" smtClean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Integration Bus</a:t>
            </a:r>
            <a:endParaRPr lang="en-US" sz="1400" dirty="0">
              <a:solidFill>
                <a:schemeClr val="bg2">
                  <a:lumMod val="1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919887" y="5679057"/>
            <a:ext cx="842057" cy="485549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sz="12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Murex</a:t>
            </a:r>
            <a:endParaRPr lang="en-US" sz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5" name="Up-Down Arrow 64"/>
          <p:cNvSpPr/>
          <p:nvPr/>
        </p:nvSpPr>
        <p:spPr>
          <a:xfrm>
            <a:off x="1259863" y="5338950"/>
            <a:ext cx="139009" cy="340107"/>
          </a:xfrm>
          <a:prstGeom prst="upDown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1873985" y="5679057"/>
            <a:ext cx="842057" cy="485549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sz="12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Numerix</a:t>
            </a:r>
            <a:endParaRPr lang="en-US" sz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7" name="Up-Down Arrow 66"/>
          <p:cNvSpPr/>
          <p:nvPr/>
        </p:nvSpPr>
        <p:spPr>
          <a:xfrm>
            <a:off x="2213961" y="5338950"/>
            <a:ext cx="139009" cy="340107"/>
          </a:xfrm>
          <a:prstGeom prst="upDown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70" name="Rounded Rectangle 69"/>
          <p:cNvSpPr/>
          <p:nvPr/>
        </p:nvSpPr>
        <p:spPr>
          <a:xfrm>
            <a:off x="2826042" y="5679057"/>
            <a:ext cx="842057" cy="485549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sz="1200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Sungard</a:t>
            </a:r>
            <a:endParaRPr lang="en-US" sz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1" name="Up-Down Arrow 70"/>
          <p:cNvSpPr/>
          <p:nvPr/>
        </p:nvSpPr>
        <p:spPr>
          <a:xfrm>
            <a:off x="3166018" y="5338950"/>
            <a:ext cx="139009" cy="340107"/>
          </a:xfrm>
          <a:prstGeom prst="upDown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72" name="Rounded Rectangle 71"/>
          <p:cNvSpPr/>
          <p:nvPr/>
        </p:nvSpPr>
        <p:spPr>
          <a:xfrm>
            <a:off x="3790296" y="5679057"/>
            <a:ext cx="842057" cy="485549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sz="12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…</a:t>
            </a:r>
            <a:endParaRPr lang="en-US" sz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3" name="Up-Down Arrow 72"/>
          <p:cNvSpPr/>
          <p:nvPr/>
        </p:nvSpPr>
        <p:spPr>
          <a:xfrm>
            <a:off x="4130272" y="5338950"/>
            <a:ext cx="139009" cy="340107"/>
          </a:xfrm>
          <a:prstGeom prst="upDown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766058" y="5867401"/>
            <a:ext cx="28421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All </a:t>
            </a:r>
            <a:r>
              <a:rPr lang="en-US" sz="1000" dirty="0" smtClean="0"/>
              <a:t>trademarks </a:t>
            </a:r>
            <a:r>
              <a:rPr lang="en-US" sz="1000" dirty="0"/>
              <a:t>or registered trademarks are the property of their respective owners.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MY" smtClean="0"/>
              <a:t>Copyright (c) 2013 Chetan Gadgil</a:t>
            </a:r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7D5E6-BE40-49DF-9411-62F59E255471}" type="slidenum">
              <a:rPr lang="en-MY" smtClean="0"/>
              <a:pPr/>
              <a:t>7</a:t>
            </a:fld>
            <a:endParaRPr lang="en-MY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280" y="436563"/>
            <a:ext cx="8041440" cy="1163637"/>
          </a:xfrm>
        </p:spPr>
        <p:txBody>
          <a:bodyPr/>
          <a:lstStyle/>
          <a:p>
            <a:r>
              <a:rPr lang="en-US" dirty="0" smtClean="0"/>
              <a:t>Technology Details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MY" smtClean="0"/>
              <a:t>Copyright (c) 2013 Chetan Gadgil</a:t>
            </a:r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7D5E6-BE40-49DF-9411-62F59E255471}" type="slidenum">
              <a:rPr lang="en-MY" smtClean="0"/>
              <a:pPr/>
              <a:t>8</a:t>
            </a:fld>
            <a:endParaRPr lang="en-MY"/>
          </a:p>
        </p:txBody>
      </p:sp>
      <p:sp>
        <p:nvSpPr>
          <p:cNvPr id="6" name="Rounded Rectangle 5"/>
          <p:cNvSpPr/>
          <p:nvPr/>
        </p:nvSpPr>
        <p:spPr>
          <a:xfrm>
            <a:off x="762000" y="3810000"/>
            <a:ext cx="7620000" cy="4370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Apache Camel</a:t>
            </a:r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1135811" y="4114800"/>
            <a:ext cx="762000" cy="533400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 smtClean="0"/>
              <a:t>Commons HTTP</a:t>
            </a:r>
            <a:endParaRPr lang="en-US" sz="900" dirty="0"/>
          </a:p>
        </p:txBody>
      </p:sp>
      <p:sp>
        <p:nvSpPr>
          <p:cNvPr id="8" name="Rounded Rectangle 7"/>
          <p:cNvSpPr/>
          <p:nvPr/>
        </p:nvSpPr>
        <p:spPr>
          <a:xfrm>
            <a:off x="2050211" y="4114800"/>
            <a:ext cx="762000" cy="533400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 smtClean="0"/>
              <a:t>Apollo/</a:t>
            </a:r>
          </a:p>
          <a:p>
            <a:pPr algn="ctr"/>
            <a:r>
              <a:rPr lang="en-US" sz="900" dirty="0" smtClean="0"/>
              <a:t>STOMP</a:t>
            </a:r>
            <a:endParaRPr lang="en-US" sz="900" dirty="0"/>
          </a:p>
        </p:txBody>
      </p:sp>
      <p:sp>
        <p:nvSpPr>
          <p:cNvPr id="9" name="Rounded Rectangle 8"/>
          <p:cNvSpPr/>
          <p:nvPr/>
        </p:nvSpPr>
        <p:spPr>
          <a:xfrm>
            <a:off x="2938731" y="4114800"/>
            <a:ext cx="762000" cy="533400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 smtClean="0"/>
              <a:t>Apollo/</a:t>
            </a:r>
          </a:p>
          <a:p>
            <a:pPr algn="ctr"/>
            <a:r>
              <a:rPr lang="en-US" sz="900" dirty="0" smtClean="0"/>
              <a:t>JMS</a:t>
            </a:r>
            <a:endParaRPr lang="en-US" sz="900" dirty="0"/>
          </a:p>
        </p:txBody>
      </p:sp>
      <p:sp>
        <p:nvSpPr>
          <p:cNvPr id="10" name="Rounded Rectangle 9"/>
          <p:cNvSpPr/>
          <p:nvPr/>
        </p:nvSpPr>
        <p:spPr>
          <a:xfrm>
            <a:off x="7391400" y="4114800"/>
            <a:ext cx="762000" cy="533400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 smtClean="0"/>
              <a:t>Twitter</a:t>
            </a:r>
            <a:endParaRPr lang="en-US" sz="900" dirty="0"/>
          </a:p>
        </p:txBody>
      </p:sp>
      <p:sp>
        <p:nvSpPr>
          <p:cNvPr id="21" name="Rounded Rectangle 20"/>
          <p:cNvSpPr/>
          <p:nvPr/>
        </p:nvSpPr>
        <p:spPr>
          <a:xfrm>
            <a:off x="762000" y="4953000"/>
            <a:ext cx="7620000" cy="4370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Scala</a:t>
            </a:r>
            <a:r>
              <a:rPr lang="en-US" dirty="0" smtClean="0"/>
              <a:t>/</a:t>
            </a:r>
            <a:r>
              <a:rPr lang="en-US" dirty="0" err="1" smtClean="0"/>
              <a:t>Akka</a:t>
            </a:r>
            <a:r>
              <a:rPr lang="en-US" dirty="0" smtClean="0"/>
              <a:t>/Slick/</a:t>
            </a:r>
            <a:r>
              <a:rPr lang="en-US" dirty="0" err="1" smtClean="0"/>
              <a:t>Anorm</a:t>
            </a:r>
            <a:endParaRPr lang="en-US" dirty="0"/>
          </a:p>
        </p:txBody>
      </p:sp>
      <p:sp>
        <p:nvSpPr>
          <p:cNvPr id="22" name="Rounded Rectangle 21"/>
          <p:cNvSpPr/>
          <p:nvPr/>
        </p:nvSpPr>
        <p:spPr>
          <a:xfrm>
            <a:off x="1262332" y="5562600"/>
            <a:ext cx="762000" cy="304800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 smtClean="0"/>
              <a:t>H2DB</a:t>
            </a:r>
            <a:endParaRPr lang="en-US" sz="900" dirty="0"/>
          </a:p>
        </p:txBody>
      </p:sp>
      <p:sp>
        <p:nvSpPr>
          <p:cNvPr id="23" name="Rounded Rectangle 22"/>
          <p:cNvSpPr/>
          <p:nvPr/>
        </p:nvSpPr>
        <p:spPr>
          <a:xfrm>
            <a:off x="2176732" y="5562600"/>
            <a:ext cx="762000" cy="304800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 smtClean="0"/>
              <a:t>MySQL</a:t>
            </a:r>
            <a:endParaRPr lang="en-US" sz="900" dirty="0"/>
          </a:p>
        </p:txBody>
      </p:sp>
      <p:sp>
        <p:nvSpPr>
          <p:cNvPr id="24" name="Rounded Rectangle 23"/>
          <p:cNvSpPr/>
          <p:nvPr/>
        </p:nvSpPr>
        <p:spPr>
          <a:xfrm>
            <a:off x="6553200" y="4114800"/>
            <a:ext cx="762000" cy="533400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 smtClean="0"/>
              <a:t>Jetty</a:t>
            </a:r>
            <a:endParaRPr lang="en-US" sz="900" dirty="0"/>
          </a:p>
        </p:txBody>
      </p:sp>
      <p:sp>
        <p:nvSpPr>
          <p:cNvPr id="25" name="Rounded Rectangle 24"/>
          <p:cNvSpPr/>
          <p:nvPr/>
        </p:nvSpPr>
        <p:spPr>
          <a:xfrm>
            <a:off x="762000" y="2286000"/>
            <a:ext cx="7620000" cy="13716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Guice</a:t>
            </a:r>
            <a:r>
              <a:rPr lang="en-US" dirty="0" smtClean="0"/>
              <a:t> Container</a:t>
            </a:r>
            <a:endParaRPr lang="en-US" dirty="0"/>
          </a:p>
        </p:txBody>
      </p:sp>
      <p:sp>
        <p:nvSpPr>
          <p:cNvPr id="26" name="Rounded Rectangle 25"/>
          <p:cNvSpPr/>
          <p:nvPr/>
        </p:nvSpPr>
        <p:spPr>
          <a:xfrm>
            <a:off x="762000" y="1676400"/>
            <a:ext cx="7620000" cy="4370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Play Framework</a:t>
            </a:r>
            <a:endParaRPr lang="en-US" dirty="0"/>
          </a:p>
        </p:txBody>
      </p:sp>
      <p:sp>
        <p:nvSpPr>
          <p:cNvPr id="27" name="Rounded Rectangle 26"/>
          <p:cNvSpPr/>
          <p:nvPr/>
        </p:nvSpPr>
        <p:spPr>
          <a:xfrm>
            <a:off x="6383547" y="2362200"/>
            <a:ext cx="762000" cy="381000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 smtClean="0"/>
              <a:t>Open Options</a:t>
            </a:r>
            <a:endParaRPr lang="en-US" sz="900" dirty="0"/>
          </a:p>
        </p:txBody>
      </p:sp>
      <p:sp>
        <p:nvSpPr>
          <p:cNvPr id="28" name="Rounded Rectangle 27"/>
          <p:cNvSpPr/>
          <p:nvPr/>
        </p:nvSpPr>
        <p:spPr>
          <a:xfrm>
            <a:off x="6383547" y="2819400"/>
            <a:ext cx="762000" cy="457200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 smtClean="0"/>
              <a:t>Open Positions</a:t>
            </a:r>
            <a:endParaRPr lang="en-US" sz="900" dirty="0"/>
          </a:p>
        </p:txBody>
      </p:sp>
      <p:sp>
        <p:nvSpPr>
          <p:cNvPr id="29" name="Rounded Rectangle 28"/>
          <p:cNvSpPr/>
          <p:nvPr/>
        </p:nvSpPr>
        <p:spPr>
          <a:xfrm>
            <a:off x="7387087" y="2819400"/>
            <a:ext cx="762000" cy="457200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 smtClean="0"/>
              <a:t>Open Eyes</a:t>
            </a:r>
            <a:endParaRPr lang="en-US" sz="900" dirty="0"/>
          </a:p>
        </p:txBody>
      </p:sp>
      <p:sp>
        <p:nvSpPr>
          <p:cNvPr id="30" name="Rounded Rectangle 29"/>
          <p:cNvSpPr/>
          <p:nvPr/>
        </p:nvSpPr>
        <p:spPr>
          <a:xfrm>
            <a:off x="7387087" y="2380891"/>
            <a:ext cx="762000" cy="381000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 smtClean="0"/>
              <a:t>Open Mind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2246033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Roadmap</a:t>
            </a:r>
            <a:endParaRPr lang="en-US" dirty="0"/>
          </a:p>
        </p:txBody>
      </p:sp>
      <p:graphicFrame>
        <p:nvGraphicFramePr>
          <p:cNvPr id="4" name="Diagram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43697102"/>
              </p:ext>
            </p:extLst>
          </p:nvPr>
        </p:nvGraphicFramePr>
        <p:xfrm>
          <a:off x="838200" y="2038350"/>
          <a:ext cx="7467600" cy="39512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MY" smtClean="0"/>
              <a:t>Copyright (c) 2013 Chetan Gadgil</a:t>
            </a:r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7D5E6-BE40-49DF-9411-62F59E255471}" type="slidenum">
              <a:rPr lang="en-MY" smtClean="0"/>
              <a:pPr/>
              <a:t>9</a:t>
            </a:fld>
            <a:endParaRPr lang="en-MY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609600" y="2763328"/>
            <a:ext cx="3962400" cy="2514600"/>
          </a:xfrm>
          <a:prstGeom prst="roundRect">
            <a:avLst/>
          </a:prstGeom>
          <a:solidFill>
            <a:srgbClr val="92D050">
              <a:alpha val="1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Demo</a:t>
            </a:r>
            <a:endParaRPr lang="en-US" dirty="0"/>
          </a:p>
        </p:txBody>
      </p:sp>
      <p:graphicFrame>
        <p:nvGraphicFramePr>
          <p:cNvPr id="4" name="Diagram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48377074"/>
              </p:ext>
            </p:extLst>
          </p:nvPr>
        </p:nvGraphicFramePr>
        <p:xfrm>
          <a:off x="838200" y="2038350"/>
          <a:ext cx="7467600" cy="39512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Rounded Rectangle 2"/>
          <p:cNvSpPr/>
          <p:nvPr/>
        </p:nvSpPr>
        <p:spPr>
          <a:xfrm>
            <a:off x="4572000" y="2763328"/>
            <a:ext cx="3886200" cy="2514600"/>
          </a:xfrm>
          <a:prstGeom prst="roundRect">
            <a:avLst/>
          </a:prstGeom>
          <a:solidFill>
            <a:srgbClr val="002060">
              <a:alpha val="59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MY" smtClean="0"/>
              <a:t>Copyright (c) 2013 Chetan Gadgil</a:t>
            </a:r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7D5E6-BE40-49DF-9411-62F59E255471}" type="slidenum">
              <a:rPr lang="en-MY" smtClean="0"/>
              <a:pPr/>
              <a:t>10</a:t>
            </a:fld>
            <a:endParaRPr lang="en-MY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Java Sample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38389"/>
            <a:ext cx="3505200" cy="253361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800" dirty="0">
                <a:latin typeface="Courier New" pitchFamily="49" charset="0"/>
                <a:cs typeface="Courier New" pitchFamily="49" charset="0"/>
              </a:rPr>
              <a:t>&lt;dependency&gt;</a:t>
            </a:r>
          </a:p>
          <a:p>
            <a:pPr marL="0" indent="0">
              <a:buNone/>
            </a:pPr>
            <a:r>
              <a:rPr lang="en-US" sz="800" dirty="0">
                <a:latin typeface="Courier New" pitchFamily="49" charset="0"/>
                <a:cs typeface="Courier New" pitchFamily="49" charset="0"/>
              </a:rPr>
              <a:t>&lt;!-- net/</a:t>
            </a:r>
            <a:r>
              <a:rPr lang="en-US" sz="800" u="sng" dirty="0" err="1">
                <a:latin typeface="Courier New" pitchFamily="49" charset="0"/>
                <a:cs typeface="Courier New" pitchFamily="49" charset="0"/>
              </a:rPr>
              <a:t>gadgil</a:t>
            </a:r>
            <a:r>
              <a:rPr lang="en-US" sz="800" u="sng" dirty="0">
                <a:latin typeface="Courier New" pitchFamily="49" charset="0"/>
                <a:cs typeface="Courier New" pitchFamily="49" charset="0"/>
              </a:rPr>
              <a:t>/</a:t>
            </a:r>
            <a:r>
              <a:rPr lang="en-US" sz="800" u="sng" dirty="0" err="1">
                <a:latin typeface="Courier New" pitchFamily="49" charset="0"/>
                <a:cs typeface="Courier New" pitchFamily="49" charset="0"/>
              </a:rPr>
              <a:t>cgoptprice</a:t>
            </a:r>
            <a:r>
              <a:rPr lang="en-US" sz="800" u="sng" dirty="0">
                <a:latin typeface="Courier New" pitchFamily="49" charset="0"/>
                <a:cs typeface="Courier New" pitchFamily="49" charset="0"/>
              </a:rPr>
              <a:t>/options.pricing_2.10/0.0.1 --&gt;</a:t>
            </a:r>
          </a:p>
          <a:p>
            <a:pPr marL="0" indent="0">
              <a:buNone/>
            </a:pPr>
            <a:r>
              <a:rPr lang="en-US" sz="800" dirty="0"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800" dirty="0" err="1">
                <a:latin typeface="Courier New" pitchFamily="49" charset="0"/>
                <a:cs typeface="Courier New" pitchFamily="49" charset="0"/>
              </a:rPr>
              <a:t>groupId</a:t>
            </a:r>
            <a:r>
              <a:rPr lang="en-US" sz="800" dirty="0">
                <a:latin typeface="Courier New" pitchFamily="49" charset="0"/>
                <a:cs typeface="Courier New" pitchFamily="49" charset="0"/>
              </a:rPr>
              <a:t>&gt;</a:t>
            </a:r>
            <a:r>
              <a:rPr lang="en-US" sz="800" dirty="0" err="1">
                <a:latin typeface="Courier New" pitchFamily="49" charset="0"/>
                <a:cs typeface="Courier New" pitchFamily="49" charset="0"/>
              </a:rPr>
              <a:t>net.gadgil.cgoptprice</a:t>
            </a:r>
            <a:r>
              <a:rPr lang="en-US" sz="800" dirty="0">
                <a:latin typeface="Courier New" pitchFamily="49" charset="0"/>
                <a:cs typeface="Courier New" pitchFamily="49" charset="0"/>
              </a:rPr>
              <a:t>&lt;/</a:t>
            </a:r>
            <a:r>
              <a:rPr lang="en-US" sz="800" dirty="0" err="1">
                <a:latin typeface="Courier New" pitchFamily="49" charset="0"/>
                <a:cs typeface="Courier New" pitchFamily="49" charset="0"/>
              </a:rPr>
              <a:t>groupId</a:t>
            </a:r>
            <a:r>
              <a:rPr lang="en-US" sz="800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marL="0" indent="0">
              <a:buNone/>
            </a:pPr>
            <a:r>
              <a:rPr lang="en-US" sz="800" dirty="0"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800" dirty="0" err="1">
                <a:latin typeface="Courier New" pitchFamily="49" charset="0"/>
                <a:cs typeface="Courier New" pitchFamily="49" charset="0"/>
              </a:rPr>
              <a:t>artifactId</a:t>
            </a:r>
            <a:r>
              <a:rPr lang="en-US" sz="800" dirty="0">
                <a:latin typeface="Courier New" pitchFamily="49" charset="0"/>
                <a:cs typeface="Courier New" pitchFamily="49" charset="0"/>
              </a:rPr>
              <a:t>&gt;options.pricing_2.10&lt;/</a:t>
            </a:r>
            <a:r>
              <a:rPr lang="en-US" sz="800" dirty="0" err="1">
                <a:latin typeface="Courier New" pitchFamily="49" charset="0"/>
                <a:cs typeface="Courier New" pitchFamily="49" charset="0"/>
              </a:rPr>
              <a:t>artifactId</a:t>
            </a:r>
            <a:r>
              <a:rPr lang="en-US" sz="800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marL="0" indent="0">
              <a:buNone/>
            </a:pPr>
            <a:r>
              <a:rPr lang="en-US" sz="800" dirty="0">
                <a:latin typeface="Courier New" pitchFamily="49" charset="0"/>
                <a:cs typeface="Courier New" pitchFamily="49" charset="0"/>
              </a:rPr>
              <a:t>&lt;version&gt;0.0.1&lt;/version&gt;</a:t>
            </a:r>
          </a:p>
          <a:p>
            <a:pPr marL="0" indent="0">
              <a:buNone/>
            </a:pPr>
            <a:r>
              <a:rPr lang="en-US" sz="800" dirty="0">
                <a:latin typeface="Courier New" pitchFamily="49" charset="0"/>
                <a:cs typeface="Courier New" pitchFamily="49" charset="0"/>
              </a:rPr>
              <a:t>&lt;/dependency&gt;</a:t>
            </a:r>
          </a:p>
          <a:p>
            <a:pPr marL="0" indent="0">
              <a:buNone/>
            </a:pPr>
            <a:r>
              <a:rPr lang="en-US" sz="800" dirty="0">
                <a:latin typeface="Courier New" pitchFamily="49" charset="0"/>
                <a:cs typeface="Courier New" pitchFamily="49" charset="0"/>
              </a:rPr>
              <a:t>&lt;!-- </a:t>
            </a:r>
            <a:r>
              <a:rPr lang="en-US" sz="800" u="sng" dirty="0" err="1">
                <a:latin typeface="Courier New" pitchFamily="49" charset="0"/>
                <a:cs typeface="Courier New" pitchFamily="49" charset="0"/>
              </a:rPr>
              <a:t>optionpricing</a:t>
            </a:r>
            <a:r>
              <a:rPr lang="en-US" sz="800" u="sng" dirty="0">
                <a:latin typeface="Courier New" pitchFamily="49" charset="0"/>
                <a:cs typeface="Courier New" pitchFamily="49" charset="0"/>
              </a:rPr>
              <a:t> / </a:t>
            </a:r>
            <a:r>
              <a:rPr lang="en-US" sz="800" u="sng" dirty="0" err="1">
                <a:latin typeface="Courier New" pitchFamily="49" charset="0"/>
                <a:cs typeface="Courier New" pitchFamily="49" charset="0"/>
              </a:rPr>
              <a:t>finance.portfolio</a:t>
            </a:r>
            <a:r>
              <a:rPr lang="en-US" sz="800" u="sng" dirty="0">
                <a:latin typeface="Courier New" pitchFamily="49" charset="0"/>
                <a:cs typeface="Courier New" pitchFamily="49" charset="0"/>
              </a:rPr>
              <a:t> / releases / net / </a:t>
            </a:r>
            <a:r>
              <a:rPr lang="en-US" sz="800" u="sng" dirty="0" err="1">
                <a:latin typeface="Courier New" pitchFamily="49" charset="0"/>
                <a:cs typeface="Courier New" pitchFamily="49" charset="0"/>
              </a:rPr>
              <a:t>gadgil</a:t>
            </a:r>
            <a:r>
              <a:rPr lang="en-US" sz="800" u="sng" dirty="0">
                <a:latin typeface="Courier New" pitchFamily="49" charset="0"/>
                <a:cs typeface="Courier New" pitchFamily="49" charset="0"/>
              </a:rPr>
              <a:t> / finance.portfolio_2.10 </a:t>
            </a:r>
          </a:p>
          <a:p>
            <a:pPr marL="0" indent="0">
              <a:buNone/>
            </a:pPr>
            <a:r>
              <a:rPr lang="en-US" sz="800" dirty="0">
                <a:latin typeface="Courier New" pitchFamily="49" charset="0"/>
                <a:cs typeface="Courier New" pitchFamily="49" charset="0"/>
              </a:rPr>
              <a:t>/ 0.1.0-SNAPSHOT --&gt;</a:t>
            </a:r>
          </a:p>
          <a:p>
            <a:pPr marL="0" indent="0">
              <a:buNone/>
            </a:pPr>
            <a:r>
              <a:rPr lang="en-US" sz="800" dirty="0">
                <a:latin typeface="Courier New" pitchFamily="49" charset="0"/>
                <a:cs typeface="Courier New" pitchFamily="49" charset="0"/>
              </a:rPr>
              <a:t>&lt;dependency&gt;</a:t>
            </a:r>
          </a:p>
          <a:p>
            <a:pPr marL="0" indent="0">
              <a:buNone/>
            </a:pPr>
            <a:r>
              <a:rPr lang="en-US" sz="800" dirty="0"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800" dirty="0" err="1">
                <a:latin typeface="Courier New" pitchFamily="49" charset="0"/>
                <a:cs typeface="Courier New" pitchFamily="49" charset="0"/>
              </a:rPr>
              <a:t>groupId</a:t>
            </a:r>
            <a:r>
              <a:rPr lang="en-US" sz="800" dirty="0">
                <a:latin typeface="Courier New" pitchFamily="49" charset="0"/>
                <a:cs typeface="Courier New" pitchFamily="49" charset="0"/>
              </a:rPr>
              <a:t>&gt;</a:t>
            </a:r>
            <a:r>
              <a:rPr lang="en-US" sz="800" dirty="0" err="1">
                <a:latin typeface="Courier New" pitchFamily="49" charset="0"/>
                <a:cs typeface="Courier New" pitchFamily="49" charset="0"/>
              </a:rPr>
              <a:t>net.gadgil</a:t>
            </a:r>
            <a:r>
              <a:rPr lang="en-US" sz="800" dirty="0">
                <a:latin typeface="Courier New" pitchFamily="49" charset="0"/>
                <a:cs typeface="Courier New" pitchFamily="49" charset="0"/>
              </a:rPr>
              <a:t>&lt;/</a:t>
            </a:r>
            <a:r>
              <a:rPr lang="en-US" sz="800" dirty="0" err="1">
                <a:latin typeface="Courier New" pitchFamily="49" charset="0"/>
                <a:cs typeface="Courier New" pitchFamily="49" charset="0"/>
              </a:rPr>
              <a:t>groupId</a:t>
            </a:r>
            <a:r>
              <a:rPr lang="en-US" sz="800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marL="0" indent="0">
              <a:buNone/>
            </a:pPr>
            <a:r>
              <a:rPr lang="en-US" sz="800" dirty="0"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800" dirty="0" err="1">
                <a:latin typeface="Courier New" pitchFamily="49" charset="0"/>
                <a:cs typeface="Courier New" pitchFamily="49" charset="0"/>
              </a:rPr>
              <a:t>artifactId</a:t>
            </a:r>
            <a:r>
              <a:rPr lang="en-US" sz="800" dirty="0">
                <a:latin typeface="Courier New" pitchFamily="49" charset="0"/>
                <a:cs typeface="Courier New" pitchFamily="49" charset="0"/>
              </a:rPr>
              <a:t>&gt;finance.portfolio_2.10&lt;/</a:t>
            </a:r>
            <a:r>
              <a:rPr lang="en-US" sz="800" dirty="0" err="1">
                <a:latin typeface="Courier New" pitchFamily="49" charset="0"/>
                <a:cs typeface="Courier New" pitchFamily="49" charset="0"/>
              </a:rPr>
              <a:t>artifactId</a:t>
            </a:r>
            <a:r>
              <a:rPr lang="en-US" sz="800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marL="0" indent="0">
              <a:buNone/>
            </a:pPr>
            <a:r>
              <a:rPr lang="en-US" sz="800" dirty="0">
                <a:latin typeface="Courier New" pitchFamily="49" charset="0"/>
                <a:cs typeface="Courier New" pitchFamily="49" charset="0"/>
              </a:rPr>
              <a:t>&lt;version&gt;0.1.0-SNAPSHOT&lt;/version&gt;</a:t>
            </a:r>
          </a:p>
          <a:p>
            <a:pPr marL="0" indent="0">
              <a:buNone/>
            </a:pPr>
            <a:r>
              <a:rPr lang="en-US" sz="800" dirty="0">
                <a:latin typeface="Courier New" pitchFamily="49" charset="0"/>
                <a:cs typeface="Courier New" pitchFamily="49" charset="0"/>
              </a:rPr>
              <a:t>&lt;/dependency&gt;</a:t>
            </a:r>
            <a:endParaRPr lang="en-US" sz="8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MY" smtClean="0"/>
              <a:t>Copyright (c) 2013 Chetan Gadgil</a:t>
            </a:r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7D5E6-BE40-49DF-9411-62F59E255471}" type="slidenum">
              <a:rPr lang="en-MY" smtClean="0"/>
              <a:pPr/>
              <a:t>11</a:t>
            </a:fld>
            <a:endParaRPr lang="en-MY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4953000" y="2173217"/>
            <a:ext cx="3505200" cy="19415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SzPct val="95000"/>
              <a:buFont typeface="Rage Italic" pitchFamily="66" charset="0"/>
              <a:buChar char="0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784" indent="-22860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SzPct val="95000"/>
              <a:buFont typeface="Rage Italic" pitchFamily="66" charset="0"/>
              <a:buChar char="0"/>
              <a:defRPr sz="2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22960" indent="-18288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SzPct val="95000"/>
              <a:buFont typeface="Rage Italic" pitchFamily="66" charset="0"/>
              <a:buChar char="0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97280" indent="-18288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SzPct val="95000"/>
              <a:buFont typeface="Rage Italic" pitchFamily="66" charset="0"/>
              <a:buChar char="0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417320" indent="-18288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SzPct val="95000"/>
              <a:buFont typeface="Rage Italic" pitchFamily="66" charset="0"/>
              <a:buChar char="0"/>
              <a:defRPr sz="14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45920" indent="-18288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SzPct val="95000"/>
              <a:buFont typeface="Rage Italic" pitchFamily="66" charset="0"/>
              <a:buChar char="0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SzPct val="95000"/>
              <a:buFont typeface="Rage Italic" pitchFamily="66" charset="0"/>
              <a:buChar char="0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194560" indent="-18288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SzPct val="95000"/>
              <a:buFont typeface="Rage Italic" pitchFamily="66" charset="0"/>
              <a:buChar char="0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468880" indent="-18288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SzPct val="95000"/>
              <a:buFont typeface="Rage Italic" pitchFamily="66" charset="0"/>
              <a:buChar char="0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b="1" dirty="0">
                <a:latin typeface="Courier New" pitchFamily="49" charset="0"/>
                <a:cs typeface="Courier New" pitchFamily="49" charset="0"/>
              </a:rPr>
              <a:t>public void </a:t>
            </a:r>
            <a:r>
              <a:rPr lang="en-US" sz="800" b="1" dirty="0" err="1">
                <a:latin typeface="Courier New" pitchFamily="49" charset="0"/>
                <a:cs typeface="Courier New" pitchFamily="49" charset="0"/>
              </a:rPr>
              <a:t>testBlackScholesGeneralizedCallOption</a:t>
            </a:r>
            <a:r>
              <a:rPr lang="en-US" sz="800" b="1" dirty="0">
                <a:latin typeface="Courier New" pitchFamily="49" charset="0"/>
                <a:cs typeface="Courier New" pitchFamily="49" charset="0"/>
              </a:rPr>
              <a:t>()</a:t>
            </a:r>
          </a:p>
          <a:p>
            <a:pPr marL="0" indent="0">
              <a:buNone/>
            </a:pPr>
            <a:r>
              <a:rPr lang="en-US" sz="800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0" indent="0">
              <a:buNone/>
            </a:pPr>
            <a:r>
              <a:rPr lang="en-US" sz="800" b="1" dirty="0">
                <a:latin typeface="Courier New" pitchFamily="49" charset="0"/>
                <a:cs typeface="Courier New" pitchFamily="49" charset="0"/>
              </a:rPr>
              <a:t>double </a:t>
            </a:r>
            <a:r>
              <a:rPr lang="en-US" sz="800" b="1" dirty="0" err="1">
                <a:latin typeface="Courier New" pitchFamily="49" charset="0"/>
                <a:cs typeface="Courier New" pitchFamily="49" charset="0"/>
              </a:rPr>
              <a:t>optionValue</a:t>
            </a:r>
            <a:r>
              <a:rPr lang="en-US" sz="800" b="1" dirty="0">
                <a:latin typeface="Courier New" pitchFamily="49" charset="0"/>
                <a:cs typeface="Courier New" pitchFamily="49" charset="0"/>
              </a:rPr>
              <a:t> = net.gadgil.cgoptprice.BlackScholes.callOptionGeneralizedBlackScholes(60, 65, 0.25, 0.08, 0.08, 0.3);</a:t>
            </a:r>
          </a:p>
          <a:p>
            <a:pPr marL="0" indent="0">
              <a:buNone/>
            </a:pPr>
            <a:r>
              <a:rPr lang="en-US" sz="800" b="1" dirty="0">
                <a:latin typeface="Courier New" pitchFamily="49" charset="0"/>
                <a:cs typeface="Courier New" pitchFamily="49" charset="0"/>
              </a:rPr>
              <a:t>double diff = </a:t>
            </a:r>
            <a:r>
              <a:rPr lang="en-US" sz="800" b="1" dirty="0" err="1">
                <a:latin typeface="Courier New" pitchFamily="49" charset="0"/>
                <a:cs typeface="Courier New" pitchFamily="49" charset="0"/>
              </a:rPr>
              <a:t>Math.abs</a:t>
            </a:r>
            <a:r>
              <a:rPr lang="en-US" sz="800" b="1" dirty="0">
                <a:latin typeface="Courier New" pitchFamily="49" charset="0"/>
                <a:cs typeface="Courier New" pitchFamily="49" charset="0"/>
              </a:rPr>
              <a:t>(2.1334 - </a:t>
            </a:r>
            <a:r>
              <a:rPr lang="en-US" sz="800" b="1" dirty="0" err="1">
                <a:latin typeface="Courier New" pitchFamily="49" charset="0"/>
                <a:cs typeface="Courier New" pitchFamily="49" charset="0"/>
              </a:rPr>
              <a:t>optionValue</a:t>
            </a:r>
            <a:r>
              <a:rPr lang="en-US" sz="8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None/>
            </a:pPr>
            <a:r>
              <a:rPr lang="en-US" sz="800" b="1" dirty="0">
                <a:latin typeface="Courier New" pitchFamily="49" charset="0"/>
                <a:cs typeface="Courier New" pitchFamily="49" charset="0"/>
              </a:rPr>
              <a:t>if(diff &lt; 0.0001)</a:t>
            </a:r>
          </a:p>
          <a:p>
            <a:pPr marL="0" indent="0">
              <a:buNone/>
            </a:pPr>
            <a:r>
              <a:rPr lang="en-US" sz="800" dirty="0" err="1">
                <a:latin typeface="Courier New" pitchFamily="49" charset="0"/>
                <a:cs typeface="Courier New" pitchFamily="49" charset="0"/>
              </a:rPr>
              <a:t>assertTrue</a:t>
            </a:r>
            <a:r>
              <a:rPr lang="en-US" sz="800" dirty="0">
                <a:latin typeface="Courier New" pitchFamily="49" charset="0"/>
                <a:cs typeface="Courier New" pitchFamily="49" charset="0"/>
              </a:rPr>
              <a:t>( </a:t>
            </a:r>
            <a:r>
              <a:rPr lang="en-US" sz="800" b="1" dirty="0">
                <a:latin typeface="Courier New" pitchFamily="49" charset="0"/>
                <a:cs typeface="Courier New" pitchFamily="49" charset="0"/>
              </a:rPr>
              <a:t>true );</a:t>
            </a:r>
          </a:p>
          <a:p>
            <a:pPr marL="0" indent="0">
              <a:buNone/>
            </a:pPr>
            <a:r>
              <a:rPr lang="en-US" sz="800" b="1" dirty="0">
                <a:latin typeface="Courier New" pitchFamily="49" charset="0"/>
                <a:cs typeface="Courier New" pitchFamily="49" charset="0"/>
              </a:rPr>
              <a:t>else </a:t>
            </a:r>
          </a:p>
          <a:p>
            <a:pPr marL="0" indent="0">
              <a:buNone/>
            </a:pPr>
            <a:r>
              <a:rPr lang="en-US" sz="800" dirty="0" err="1">
                <a:latin typeface="Courier New" pitchFamily="49" charset="0"/>
                <a:cs typeface="Courier New" pitchFamily="49" charset="0"/>
              </a:rPr>
              <a:t>assertTrue</a:t>
            </a:r>
            <a:r>
              <a:rPr lang="en-US" sz="8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800" b="1" dirty="0">
                <a:latin typeface="Courier New" pitchFamily="49" charset="0"/>
                <a:cs typeface="Courier New" pitchFamily="49" charset="0"/>
              </a:rPr>
              <a:t>false);</a:t>
            </a:r>
          </a:p>
          <a:p>
            <a:pPr marL="0" indent="0">
              <a:buNone/>
            </a:pPr>
            <a:r>
              <a:rPr lang="en-US" sz="800" dirty="0">
                <a:latin typeface="Courier New" pitchFamily="49" charset="0"/>
                <a:cs typeface="Courier New" pitchFamily="49" charset="0"/>
              </a:rPr>
              <a:t>}</a:t>
            </a:r>
            <a:endParaRPr lang="en-US" sz="8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14400" y="4495800"/>
            <a:ext cx="7086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70C0"/>
                </a:solidFill>
                <a:hlinkClick r:id="rId2"/>
              </a:rPr>
              <a:t>https://github.com/cgadgil/optionpricing/tree/master/javasamples</a:t>
            </a:r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38287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Questions?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MY" smtClean="0"/>
              <a:t>Copyright (c) 2013 Chetan Gadgil</a:t>
            </a:r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7D5E6-BE40-49DF-9411-62F59E255471}" type="slidenum">
              <a:rPr lang="en-MY" smtClean="0"/>
              <a:pPr/>
              <a:t>12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485567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theme/theme1.xml><?xml version="1.0" encoding="utf-8"?>
<a:theme xmlns:a="http://schemas.openxmlformats.org/drawingml/2006/main" name="08software">
  <a:themeElements>
    <a:clrScheme name="01abstrac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01abstract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1abstrac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abstrac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abstrac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abstrac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abstrac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abstrac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abstrac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abstrac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abstrac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abstrac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abstrac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abstrac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ustom Design">
  <a:themeElements>
    <a:clrScheme name="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ustom Design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Custom Design">
  <a:themeElements>
    <a:clrScheme name="1_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Custom Design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Default Design">
  <a:themeElements>
    <a:clrScheme name="1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Default Design">
      <a:majorFont>
        <a:latin typeface="Arial Black"/>
        <a:ea typeface=""/>
        <a:cs typeface=""/>
      </a:majorFont>
      <a:minorFont>
        <a:latin typeface="Arial Blac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Sketchbook">
  <a:themeElements>
    <a:clrScheme name="Sketchbook">
      <a:dk1>
        <a:sysClr val="windowText" lastClr="000000"/>
      </a:dk1>
      <a:lt1>
        <a:sysClr val="window" lastClr="FFFFFF"/>
      </a:lt1>
      <a:dk2>
        <a:srgbClr val="4C1304"/>
      </a:dk2>
      <a:lt2>
        <a:srgbClr val="FFFEE6"/>
      </a:lt2>
      <a:accent1>
        <a:srgbClr val="A63212"/>
      </a:accent1>
      <a:accent2>
        <a:srgbClr val="E68230"/>
      </a:accent2>
      <a:accent3>
        <a:srgbClr val="9BB05E"/>
      </a:accent3>
      <a:accent4>
        <a:srgbClr val="6B9BC7"/>
      </a:accent4>
      <a:accent5>
        <a:srgbClr val="4E66B2"/>
      </a:accent5>
      <a:accent6>
        <a:srgbClr val="8976AC"/>
      </a:accent6>
      <a:hlink>
        <a:srgbClr val="942408"/>
      </a:hlink>
      <a:folHlink>
        <a:srgbClr val="B34F17"/>
      </a:folHlink>
    </a:clrScheme>
    <a:fontScheme name="Sketchbook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Sketchbook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alpha val="94000"/>
                <a:satMod val="120000"/>
                <a:lumMod val="110000"/>
              </a:schemeClr>
            </a:gs>
            <a:gs pos="100000">
              <a:schemeClr val="phClr">
                <a:tint val="80000"/>
                <a:shade val="100000"/>
                <a:satMod val="140000"/>
                <a:lumMod val="12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100000"/>
                <a:shade val="100000"/>
                <a:satMod val="100000"/>
                <a:lumMod val="90000"/>
              </a:schemeClr>
            </a:gs>
            <a:gs pos="100000">
              <a:schemeClr val="phClr">
                <a:tint val="95000"/>
                <a:shade val="100000"/>
                <a:satMod val="110000"/>
                <a:lumMod val="105000"/>
              </a:schemeClr>
            </a:gs>
          </a:gsLst>
          <a:path path="circle">
            <a:fillToRect l="40000" t="100000" r="4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rotWithShape="0">
              <a:srgbClr val="000000">
                <a:alpha val="37000"/>
              </a:srgbClr>
            </a:outerShdw>
          </a:effectLst>
        </a:effectStyle>
        <a:effectStyle>
          <a:effectLst>
            <a:outerShdw blurRad="50800" dist="25400" dir="5040000" rotWithShape="0">
              <a:srgbClr val="000000">
                <a:alpha val="44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dkEdge">
            <a:bevelT w="38100" h="25400" prst="coolSlant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55000"/>
                <a:lumMod val="90000"/>
              </a:schemeClr>
              <a:schemeClr val="phClr">
                <a:tint val="92000"/>
                <a:satMod val="120000"/>
                <a:lumMod val="103000"/>
              </a:schemeClr>
            </a:duotone>
          </a:blip>
          <a:stretch/>
        </a:blipFill>
        <a:blipFill rotWithShape="1">
          <a:blip xmlns:r="http://schemas.openxmlformats.org/officeDocument/2006/relationships" r:embed="rId2">
            <a:duotone>
              <a:schemeClr val="phClr">
                <a:shade val="96000"/>
              </a:schemeClr>
              <a:schemeClr val="phClr">
                <a:tint val="98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FAF3E8"/>
      </a:lt2>
      <a:accent1>
        <a:srgbClr val="5C83B4"/>
      </a:accent1>
      <a:accent2>
        <a:srgbClr val="C0504D"/>
      </a:accent2>
      <a:accent3>
        <a:srgbClr val="9DBB61"/>
      </a:accent3>
      <a:accent4>
        <a:srgbClr val="8066A0"/>
      </a:accent4>
      <a:accent5>
        <a:srgbClr val="4BACC6"/>
      </a:accent5>
      <a:accent6>
        <a:srgbClr val="F59D5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Grek" typeface=""/>
        <a:font script="Cyrl" typeface=""/>
        <a:font script="Jpan" typeface="ＭＳ Ｐゴシック"/>
        <a:font script="Hang" typeface="맑은 고딕"/>
        <a:font script="Hans" typeface="宋体"/>
        <a:font script="Hant" typeface="Jheng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</a:majorFont>
      <a:minorFont>
        <a:latin typeface="Calibri"/>
        <a:ea typeface=""/>
        <a:cs typeface=""/>
        <a:font script="Grek" typeface=""/>
        <a:font script="Cyrl" typeface=""/>
        <a:font script="Jpan" typeface="ＭＳ Ｐゴシック"/>
        <a:font script="Hang" typeface="맑은 고딕"/>
        <a:font script="Hans" typeface="宋体"/>
        <a:font script="Hant" typeface="PMingLiu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</a:minorFont>
    </a:fontScheme>
    <a:fmtScheme name="Office">
      <a:fillStyleLst>
        <a:solidFill>
          <a:schemeClr val="phClr">
            <a:tint val="100000"/>
            <a:shade val="100000"/>
            <a:satMod val="100000"/>
          </a:schemeClr>
        </a:solidFill>
        <a:gradFill rotWithShape="1">
          <a:gsLst>
            <a:gs pos="0">
              <a:schemeClr val="phClr">
                <a:tint val="65000"/>
                <a:shade val="100000"/>
                <a:satMod val="133000"/>
              </a:schemeClr>
            </a:gs>
            <a:gs pos="15000">
              <a:schemeClr val="phClr">
                <a:tint val="50000"/>
                <a:shade val="100000"/>
                <a:satMod val="140000"/>
              </a:schemeClr>
            </a:gs>
            <a:gs pos="100000">
              <a:schemeClr val="phClr">
                <a:tint val="10000"/>
                <a:shade val="100000"/>
                <a:satMod val="13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75000"/>
                <a:satMod val="160000"/>
              </a:schemeClr>
            </a:gs>
            <a:gs pos="62000">
              <a:schemeClr val="phClr">
                <a:tint val="100000"/>
                <a:shade val="100000"/>
                <a:satMod val="125000"/>
              </a:schemeClr>
            </a:gs>
            <a:gs pos="100000">
              <a:schemeClr val="phClr">
                <a:tint val="80000"/>
                <a:shade val="100000"/>
                <a:satMod val="140000"/>
              </a:schemeClr>
            </a:gs>
          </a:gsLst>
          <a:lin ang="16200000" scaled="1"/>
        </a:gradFill>
      </a:fillStyleLst>
      <a:lnStyleLst>
        <a:ln w="1270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>
              <a:srgbClr val="000000">
                <a:alpha val="61176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contourW="12700" prstMaterial="powder">
            <a:bevelT h="50800"/>
            <a:contourClr>
              <a:schemeClr val="phClr">
                <a:tint val="100000"/>
                <a:shade val="100000"/>
                <a:satMod val="100000"/>
              </a:schemeClr>
            </a:contourClr>
          </a:sp3d>
        </a:effectStyle>
        <a:effectStyle>
          <a:effectLst>
            <a:reflection blurRad="12700" stA="25000" endPos="28000" dist="38100" dir="5400000" sy="-100000" rotWithShape="0"/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>
            <a:bevelT w="139700" h="38100"/>
            <a:contourClr>
              <a:schemeClr val="phClr">
                <a:tint val="100000"/>
                <a:shade val="100000"/>
                <a:satMod val="100000"/>
              </a:schemeClr>
            </a:contourClr>
          </a:sp3d>
        </a:effectStyle>
      </a:effectStyleLst>
      <a:bgFillStyleLst>
        <a:solidFill>
          <a:schemeClr val="phClr">
            <a:tint val="100000"/>
            <a:shade val="100000"/>
            <a:satMod val="100000"/>
          </a:schemeClr>
        </a:solidFill>
        <a:gradFill rotWithShape="1">
          <a:gsLst>
            <a:gs pos="0">
              <a:schemeClr val="phClr">
                <a:shade val="50000"/>
                <a:satMod val="145000"/>
              </a:schemeClr>
            </a:gs>
            <a:gs pos="40000">
              <a:schemeClr val="phClr">
                <a:shade val="70000"/>
                <a:satMod val="145000"/>
              </a:schemeClr>
            </a:gs>
            <a:gs pos="100000">
              <a:schemeClr val="phClr">
                <a:tint val="85000"/>
                <a:satMod val="15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0000"/>
                <a:satMod val="145000"/>
              </a:schemeClr>
            </a:gs>
            <a:gs pos="30000">
              <a:schemeClr val="phClr">
                <a:shade val="65000"/>
                <a:satMod val="155000"/>
              </a:schemeClr>
            </a:gs>
            <a:gs pos="100000">
              <a:schemeClr val="phClr">
                <a:tint val="60000"/>
                <a:satMod val="170000"/>
              </a:schemeClr>
            </a:gs>
          </a:gsLst>
          <a:lin ang="16200000" scaled="1"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FAF3E8"/>
      </a:lt2>
      <a:accent1>
        <a:srgbClr val="5C83B4"/>
      </a:accent1>
      <a:accent2>
        <a:srgbClr val="C0504D"/>
      </a:accent2>
      <a:accent3>
        <a:srgbClr val="9DBB61"/>
      </a:accent3>
      <a:accent4>
        <a:srgbClr val="8066A0"/>
      </a:accent4>
      <a:accent5>
        <a:srgbClr val="4BACC6"/>
      </a:accent5>
      <a:accent6>
        <a:srgbClr val="F59D5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Grek" typeface=""/>
        <a:font script="Cyrl" typeface=""/>
        <a:font script="Jpan" typeface="ＭＳ Ｐゴシック"/>
        <a:font script="Hang" typeface="맑은 고딕"/>
        <a:font script="Hans" typeface="宋体"/>
        <a:font script="Hant" typeface="Jheng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</a:majorFont>
      <a:minorFont>
        <a:latin typeface="Calibri"/>
        <a:ea typeface=""/>
        <a:cs typeface=""/>
        <a:font script="Grek" typeface=""/>
        <a:font script="Cyrl" typeface=""/>
        <a:font script="Jpan" typeface="ＭＳ Ｐゴシック"/>
        <a:font script="Hang" typeface="맑은 고딕"/>
        <a:font script="Hans" typeface="宋体"/>
        <a:font script="Hant" typeface="PMingLiu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</a:minorFont>
    </a:fontScheme>
    <a:fmtScheme name="Office">
      <a:fillStyleLst>
        <a:solidFill>
          <a:schemeClr val="phClr">
            <a:tint val="100000"/>
            <a:shade val="100000"/>
            <a:satMod val="100000"/>
          </a:schemeClr>
        </a:solidFill>
        <a:gradFill rotWithShape="1">
          <a:gsLst>
            <a:gs pos="0">
              <a:schemeClr val="phClr">
                <a:tint val="65000"/>
                <a:shade val="100000"/>
                <a:satMod val="133000"/>
              </a:schemeClr>
            </a:gs>
            <a:gs pos="15000">
              <a:schemeClr val="phClr">
                <a:tint val="50000"/>
                <a:shade val="100000"/>
                <a:satMod val="140000"/>
              </a:schemeClr>
            </a:gs>
            <a:gs pos="100000">
              <a:schemeClr val="phClr">
                <a:tint val="10000"/>
                <a:shade val="100000"/>
                <a:satMod val="13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75000"/>
                <a:satMod val="160000"/>
              </a:schemeClr>
            </a:gs>
            <a:gs pos="62000">
              <a:schemeClr val="phClr">
                <a:tint val="100000"/>
                <a:shade val="100000"/>
                <a:satMod val="125000"/>
              </a:schemeClr>
            </a:gs>
            <a:gs pos="100000">
              <a:schemeClr val="phClr">
                <a:tint val="80000"/>
                <a:shade val="100000"/>
                <a:satMod val="140000"/>
              </a:schemeClr>
            </a:gs>
          </a:gsLst>
          <a:lin ang="16200000" scaled="1"/>
        </a:gradFill>
      </a:fillStyleLst>
      <a:lnStyleLst>
        <a:ln w="1270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>
              <a:srgbClr val="000000">
                <a:alpha val="61176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contourW="12700" prstMaterial="powder">
            <a:bevelT h="50800"/>
            <a:contourClr>
              <a:schemeClr val="phClr">
                <a:tint val="100000"/>
                <a:shade val="100000"/>
                <a:satMod val="100000"/>
              </a:schemeClr>
            </a:contourClr>
          </a:sp3d>
        </a:effectStyle>
        <a:effectStyle>
          <a:effectLst>
            <a:reflection blurRad="12700" stA="25000" endPos="28000" dist="38100" dir="5400000" sy="-100000" rotWithShape="0"/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>
            <a:bevelT w="139700" h="38100"/>
            <a:contourClr>
              <a:schemeClr val="phClr">
                <a:tint val="100000"/>
                <a:shade val="100000"/>
                <a:satMod val="100000"/>
              </a:schemeClr>
            </a:contourClr>
          </a:sp3d>
        </a:effectStyle>
      </a:effectStyleLst>
      <a:bgFillStyleLst>
        <a:solidFill>
          <a:schemeClr val="phClr">
            <a:tint val="100000"/>
            <a:shade val="100000"/>
            <a:satMod val="100000"/>
          </a:schemeClr>
        </a:solidFill>
        <a:gradFill rotWithShape="1">
          <a:gsLst>
            <a:gs pos="0">
              <a:schemeClr val="phClr">
                <a:shade val="50000"/>
                <a:satMod val="145000"/>
              </a:schemeClr>
            </a:gs>
            <a:gs pos="40000">
              <a:schemeClr val="phClr">
                <a:shade val="70000"/>
                <a:satMod val="145000"/>
              </a:schemeClr>
            </a:gs>
            <a:gs pos="100000">
              <a:schemeClr val="phClr">
                <a:tint val="85000"/>
                <a:satMod val="15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0000"/>
                <a:satMod val="145000"/>
              </a:schemeClr>
            </a:gs>
            <a:gs pos="30000">
              <a:schemeClr val="phClr">
                <a:shade val="65000"/>
                <a:satMod val="155000"/>
              </a:schemeClr>
            </a:gs>
            <a:gs pos="100000">
              <a:schemeClr val="phClr">
                <a:tint val="60000"/>
                <a:satMod val="170000"/>
              </a:schemeClr>
            </a:gs>
          </a:gsLst>
          <a:lin ang="16200000" scaled="1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789960CF-9239-4220-9465-12A4532FCB9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BoxedArt_Software</Template>
  <TotalTime>0</TotalTime>
  <Words>460</Words>
  <Application>Microsoft Office PowerPoint</Application>
  <PresentationFormat>On-screen Show (4:3)</PresentationFormat>
  <Paragraphs>164</Paragraphs>
  <Slides>12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5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08software</vt:lpstr>
      <vt:lpstr>Custom Design</vt:lpstr>
      <vt:lpstr>1_Custom Design</vt:lpstr>
      <vt:lpstr>1_Default Design</vt:lpstr>
      <vt:lpstr>Sketchbook</vt:lpstr>
      <vt:lpstr>Open Options</vt:lpstr>
      <vt:lpstr>Option Value Primer</vt:lpstr>
      <vt:lpstr>Price of Option (cost of risk)</vt:lpstr>
      <vt:lpstr>“Choice. The problem is choice”.</vt:lpstr>
      <vt:lpstr>Open Options</vt:lpstr>
      <vt:lpstr>Open Options Overview</vt:lpstr>
      <vt:lpstr>Architecture</vt:lpstr>
      <vt:lpstr>Technology Details</vt:lpstr>
      <vt:lpstr>Roadmap</vt:lpstr>
      <vt:lpstr>Demo</vt:lpstr>
      <vt:lpstr>Java Sample</vt:lpstr>
      <vt:lpstr>Questions?</vt:lpstr>
    </vt:vector>
  </TitlesOfParts>
  <Manager/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2013-06-06T17:46:10Z</dcterms:created>
  <dcterms:modified xsi:type="dcterms:W3CDTF">2013-06-08T06:24:54Z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TC100902499990</vt:lpwstr>
  </property>
</Properties>
</file>