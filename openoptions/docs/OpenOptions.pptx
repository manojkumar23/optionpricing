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7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64" r:id="rId2"/>
  </p:sldMasterIdLst>
  <p:notesMasterIdLst>
    <p:notesMasterId r:id="rId10"/>
  </p:notesMasterIdLst>
  <p:handoutMasterIdLst>
    <p:handoutMasterId r:id="rId11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6858000" type="screen4x3"/>
  <p:notesSz cx="6997700" cy="9283700"/>
  <p:defaultTextStyle>
    <a:defPPr>
      <a:defRPr lang="en-US"/>
    </a:defPPr>
    <a:lvl1pPr marL="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latinLnBrk="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B301B821-A1FF-4177-AEE7-76D212191A09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96"/>
      </p:cViewPr>
      <p:guideLst>
        <p:guide orient="horz" pos="2160"/>
        <p:guide pos="2880"/>
      </p:guideLst>
    </p:cSldViewPr>
  </p:slideViewPr>
  <p:outlineViewPr>
    <p:cViewPr>
      <p:scale>
        <a:sx n="1" d="1"/>
        <a:sy n="1" d="1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commentAuthors" Target="commentAuthors.xml"/><Relationship Id="rId2" Type="http://schemas.openxmlformats.org/officeDocument/2006/relationships/slideMaster" Target="slideMasters/slideMaster1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DF6268-4FEE-455F-AECB-1FC22644D35D}" type="doc">
      <dgm:prSet loTypeId="urn:microsoft.com/office/officeart/2005/8/layout/process1#1" loCatId="process" qsTypeId="urn:microsoft.com/office/officeart/2005/8/quickstyle/simple2#4" qsCatId="simple" csTypeId="urn:microsoft.com/office/officeart/2005/8/colors/accent1_2" csCatId="accent1" phldr="1"/>
      <dgm:spPr/>
    </dgm:pt>
    <dgm:pt modelId="{5CF51BB6-CC44-49C7-87B1-3A6A8BB17FE9}">
      <dgm:prSet phldrT="[Text]"/>
      <dgm:spPr/>
      <dgm:t>
        <a:bodyPr/>
        <a:lstStyle/>
        <a:p>
          <a:r>
            <a:rPr lang="en-US" dirty="0" smtClean="0"/>
            <a:t>Briefly describe the product or service, the user problems it solves, and the audience for which it is intended</a:t>
          </a:r>
          <a:endParaRPr lang="en-US" dirty="0"/>
        </a:p>
      </dgm:t>
    </dgm:pt>
    <dgm:pt modelId="{50F3D9E0-DD90-42AB-BD07-9861921E80C7}" type="parTrans" cxnId="{3F61EFE0-2996-4C53-9CF9-B5E1F2A3F332}">
      <dgm:prSet/>
      <dgm:spPr/>
      <dgm:t>
        <a:bodyPr/>
        <a:lstStyle/>
        <a:p>
          <a:endParaRPr lang="en-US"/>
        </a:p>
      </dgm:t>
    </dgm:pt>
    <dgm:pt modelId="{2DBB91CC-A42D-4190-BA72-9797FC1F1B47}" type="sibTrans" cxnId="{3F61EFE0-2996-4C53-9CF9-B5E1F2A3F332}">
      <dgm:prSet/>
      <dgm:spPr/>
      <dgm:t>
        <a:bodyPr/>
        <a:lstStyle/>
        <a:p>
          <a:endParaRPr lang="en-US"/>
        </a:p>
      </dgm:t>
    </dgm:pt>
    <dgm:pt modelId="{5A6AD4C6-56B2-4544-89A1-BDA53E1CF6F5}">
      <dgm:prSet phldrT="[Text]"/>
      <dgm:spPr/>
      <dgm:t>
        <a:bodyPr/>
        <a:lstStyle/>
        <a:p>
          <a:r>
            <a:rPr lang="en-US" dirty="0" smtClean="0"/>
            <a:t>Outline different models available</a:t>
          </a:r>
          <a:endParaRPr lang="en-US" dirty="0"/>
        </a:p>
      </dgm:t>
    </dgm:pt>
    <dgm:pt modelId="{33167D9B-717C-4038-83ED-3CC2C829C11B}" type="parTrans" cxnId="{211C7F5C-F2A8-4668-B549-C3409D05D3D2}">
      <dgm:prSet/>
      <dgm:spPr/>
      <dgm:t>
        <a:bodyPr/>
        <a:lstStyle/>
        <a:p>
          <a:endParaRPr lang="en-US"/>
        </a:p>
      </dgm:t>
    </dgm:pt>
    <dgm:pt modelId="{3DF42A7C-23CF-4DFD-B504-627DBE5387A2}" type="sibTrans" cxnId="{211C7F5C-F2A8-4668-B549-C3409D05D3D2}">
      <dgm:prSet/>
      <dgm:spPr/>
      <dgm:t>
        <a:bodyPr/>
        <a:lstStyle/>
        <a:p>
          <a:endParaRPr lang="en-US"/>
        </a:p>
      </dgm:t>
    </dgm:pt>
    <dgm:pt modelId="{74915465-EB0B-4E5A-A37D-5C4D387F0F89}" type="pres">
      <dgm:prSet presAssocID="{B8DF6268-4FEE-455F-AECB-1FC22644D35D}" presName="Name0" presStyleCnt="0">
        <dgm:presLayoutVars>
          <dgm:dir/>
        </dgm:presLayoutVars>
      </dgm:prSet>
      <dgm:spPr/>
    </dgm:pt>
    <dgm:pt modelId="{CCC56EF0-168A-4B9A-ABE6-BB9B3ED0AD2A}" type="pres">
      <dgm:prSet presAssocID="{5CF51BB6-CC44-49C7-87B1-3A6A8BB17FE9}" presName="node" presStyleLbl="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1B081-861E-438C-80FF-228E1614ED56}" type="pres">
      <dgm:prSet presAssocID="{2DBB91CC-A42D-4190-BA72-9797FC1F1B47}" presName="sibTrans" presStyleLbl="sibTrans2D1" presStyleIdx="0" presStyleCnt="1"/>
      <dgm:spPr/>
      <dgm:t>
        <a:bodyPr/>
        <a:lstStyle/>
        <a:p>
          <a:endParaRPr lang="en-US"/>
        </a:p>
      </dgm:t>
    </dgm:pt>
    <dgm:pt modelId="{C43E1EB3-3203-499A-98AE-B89BF3139AE3}" type="pres">
      <dgm:prSet presAssocID="{2DBB91CC-A42D-4190-BA72-9797FC1F1B47}" presName="connectorText" presStyleLbl="sibTrans2D1" presStyleIdx="0" presStyleCnt="1"/>
      <dgm:spPr/>
      <dgm:t>
        <a:bodyPr/>
        <a:lstStyle/>
        <a:p>
          <a:endParaRPr lang="en-US"/>
        </a:p>
      </dgm:t>
    </dgm:pt>
    <dgm:pt modelId="{1E36F7AB-B842-42C5-B52A-1A0A432C430F}" type="pres">
      <dgm:prSet presAssocID="{5A6AD4C6-56B2-4544-89A1-BDA53E1CF6F5}" presName="node" presStyleLbl="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EA6E6542-DD81-42E4-8C5C-F3A35CA3FD39}" type="presOf" srcId="{5CF51BB6-CC44-49C7-87B1-3A6A8BB17FE9}" destId="{CCC56EF0-168A-4B9A-ABE6-BB9B3ED0AD2A}" srcOrd="0" destOrd="0" presId="urn:microsoft.com/office/officeart/2005/8/layout/process1#1"/>
    <dgm:cxn modelId="{A1693ABD-8126-4A4C-B6FD-536FF5B6BC6A}" type="presOf" srcId="{5A6AD4C6-56B2-4544-89A1-BDA53E1CF6F5}" destId="{1E36F7AB-B842-42C5-B52A-1A0A432C430F}" srcOrd="0" destOrd="0" presId="urn:microsoft.com/office/officeart/2005/8/layout/process1#1"/>
    <dgm:cxn modelId="{FEDD5B3C-D002-433B-A011-8BD328E420EC}" type="presOf" srcId="{2DBB91CC-A42D-4190-BA72-9797FC1F1B47}" destId="{C43E1EB3-3203-499A-98AE-B89BF3139AE3}" srcOrd="1" destOrd="0" presId="urn:microsoft.com/office/officeart/2005/8/layout/process1#1"/>
    <dgm:cxn modelId="{211C7F5C-F2A8-4668-B549-C3409D05D3D2}" srcId="{B8DF6268-4FEE-455F-AECB-1FC22644D35D}" destId="{5A6AD4C6-56B2-4544-89A1-BDA53E1CF6F5}" srcOrd="1" destOrd="0" parTransId="{33167D9B-717C-4038-83ED-3CC2C829C11B}" sibTransId="{3DF42A7C-23CF-4DFD-B504-627DBE5387A2}"/>
    <dgm:cxn modelId="{3F61EFE0-2996-4C53-9CF9-B5E1F2A3F332}" srcId="{B8DF6268-4FEE-455F-AECB-1FC22644D35D}" destId="{5CF51BB6-CC44-49C7-87B1-3A6A8BB17FE9}" srcOrd="0" destOrd="0" parTransId="{50F3D9E0-DD90-42AB-BD07-9861921E80C7}" sibTransId="{2DBB91CC-A42D-4190-BA72-9797FC1F1B47}"/>
    <dgm:cxn modelId="{41FF8E67-F670-4B5D-A020-AE112BA58946}" type="presOf" srcId="{2DBB91CC-A42D-4190-BA72-9797FC1F1B47}" destId="{F111B081-861E-438C-80FF-228E1614ED56}" srcOrd="0" destOrd="0" presId="urn:microsoft.com/office/officeart/2005/8/layout/process1#1"/>
    <dgm:cxn modelId="{33B0A959-5A28-4D8C-859C-FC36452AA4E9}" type="presOf" srcId="{B8DF6268-4FEE-455F-AECB-1FC22644D35D}" destId="{74915465-EB0B-4E5A-A37D-5C4D387F0F89}" srcOrd="0" destOrd="0" presId="urn:microsoft.com/office/officeart/2005/8/layout/process1#1"/>
    <dgm:cxn modelId="{96E0FC27-4586-40BC-ADB6-B8B844F59995}" type="presParOf" srcId="{74915465-EB0B-4E5A-A37D-5C4D387F0F89}" destId="{CCC56EF0-168A-4B9A-ABE6-BB9B3ED0AD2A}" srcOrd="0" destOrd="0" presId="urn:microsoft.com/office/officeart/2005/8/layout/process1#1"/>
    <dgm:cxn modelId="{CC35E14E-8D04-43A1-9473-142EEC3E1B15}" type="presParOf" srcId="{74915465-EB0B-4E5A-A37D-5C4D387F0F89}" destId="{F111B081-861E-438C-80FF-228E1614ED56}" srcOrd="1" destOrd="0" presId="urn:microsoft.com/office/officeart/2005/8/layout/process1#1"/>
    <dgm:cxn modelId="{176EF5C2-4335-45CB-B392-A8AADA34A856}" type="presParOf" srcId="{F111B081-861E-438C-80FF-228E1614ED56}" destId="{C43E1EB3-3203-499A-98AE-B89BF3139AE3}" srcOrd="0" destOrd="0" presId="urn:microsoft.com/office/officeart/2005/8/layout/process1#1"/>
    <dgm:cxn modelId="{5834D363-3BDD-46AA-9889-E4F489F9A618}" type="presParOf" srcId="{74915465-EB0B-4E5A-A37D-5C4D387F0F89}" destId="{1E36F7AB-B842-42C5-B52A-1A0A432C430F}" srcOrd="2" destOrd="0" presId="urn:microsoft.com/office/officeart/2005/8/layout/process1#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1FC6C17-0F6E-499A-8F55-7467F6816C8B}" type="doc">
      <dgm:prSet loTypeId="urn:microsoft.com/office/officeart/2005/8/layout/vList4#10" loCatId="process" qsTypeId="urn:microsoft.com/office/officeart/2005/8/quickstyle/simple2#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5DAB788-886A-4DAD-871E-9ED7F445F380}">
      <dgm:prSet phldrT="[Text]"/>
      <dgm:spPr/>
      <dgm:t>
        <a:bodyPr/>
        <a:lstStyle/>
        <a:p>
          <a:r>
            <a:rPr lang="en-US" smtClean="0"/>
            <a:t>Use several slides to outline the features of your product</a:t>
          </a:r>
          <a:endParaRPr lang="en-US"/>
        </a:p>
      </dgm:t>
    </dgm:pt>
    <dgm:pt modelId="{C4F1534A-E0B1-4D94-A750-95A328BE84F0}" type="parTrans" cxnId="{410C300C-0156-4342-9B25-06401EB1E6C9}">
      <dgm:prSet/>
      <dgm:spPr/>
    </dgm:pt>
    <dgm:pt modelId="{C9FC712F-606D-49F8-B215-1D1BA89DAAC4}" type="sibTrans" cxnId="{410C300C-0156-4342-9B25-06401EB1E6C9}">
      <dgm:prSet/>
      <dgm:spPr/>
    </dgm:pt>
    <dgm:pt modelId="{3C00C10C-21A9-4319-8B3A-7B36CBC76C6C}">
      <dgm:prSet phldrT="[Text]"/>
      <dgm:spPr/>
      <dgm:t>
        <a:bodyPr/>
        <a:lstStyle/>
        <a:p>
          <a:r>
            <a:rPr lang="en-US" dirty="0" smtClean="0"/>
            <a:t>Group features in logical categories, using one slide per category</a:t>
          </a:r>
          <a:endParaRPr lang="en-US" dirty="0"/>
        </a:p>
      </dgm:t>
    </dgm:pt>
    <dgm:pt modelId="{54342060-A1B1-4003-A124-09AAE2CC39DA}" type="parTrans" cxnId="{0370BE8C-1C7C-4790-A4B5-328CD90BF207}">
      <dgm:prSet/>
      <dgm:spPr/>
    </dgm:pt>
    <dgm:pt modelId="{3943806F-8B7F-40BD-8FAA-2A38083A9A64}" type="sibTrans" cxnId="{0370BE8C-1C7C-4790-A4B5-328CD90BF207}">
      <dgm:prSet/>
      <dgm:spPr/>
    </dgm:pt>
    <dgm:pt modelId="{9B8968BA-50E7-4510-9537-6720CCB6813B}">
      <dgm:prSet phldrT="[Text]"/>
      <dgm:spPr/>
      <dgm:t>
        <a:bodyPr/>
        <a:lstStyle/>
        <a:p>
          <a:r>
            <a:rPr lang="en-US" dirty="0" smtClean="0"/>
            <a:t>Be sure to state the user benefit of each feature</a:t>
          </a:r>
          <a:endParaRPr lang="en-US" dirty="0"/>
        </a:p>
      </dgm:t>
    </dgm:pt>
    <dgm:pt modelId="{6895492B-723C-470C-916C-B316E9B5E88A}" type="parTrans" cxnId="{7BAC7246-6167-45F8-B4C9-60C88FB11BB7}">
      <dgm:prSet/>
      <dgm:spPr/>
    </dgm:pt>
    <dgm:pt modelId="{0FF391A4-45A7-42A7-B84D-9F95CE8473C0}" type="sibTrans" cxnId="{7BAC7246-6167-45F8-B4C9-60C88FB11BB7}">
      <dgm:prSet/>
      <dgm:spPr/>
    </dgm:pt>
    <dgm:pt modelId="{932195BE-A8B7-4864-A7BD-35FBC74E6729}">
      <dgm:prSet phldrT="[Text]"/>
      <dgm:spPr/>
      <dgm:t>
        <a:bodyPr/>
        <a:lstStyle/>
        <a:p>
          <a:r>
            <a:rPr lang="en-US" dirty="0" smtClean="0"/>
            <a:t>Use one slide </a:t>
          </a:r>
          <a:r>
            <a:rPr lang="en-US" smtClean="0"/>
            <a:t>per model, if appropriate</a:t>
          </a:r>
          <a:endParaRPr lang="en-US" dirty="0"/>
        </a:p>
      </dgm:t>
    </dgm:pt>
    <dgm:pt modelId="{4F90E9BC-0B91-469D-81BC-8DF2F97EB85F}" type="parTrans" cxnId="{471DB96A-FA09-461E-B58B-8A036F6B5653}">
      <dgm:prSet/>
      <dgm:spPr/>
    </dgm:pt>
    <dgm:pt modelId="{6EEAD58F-D31E-4B5F-813D-D2C5C61AA582}" type="sibTrans" cxnId="{471DB96A-FA09-461E-B58B-8A036F6B5653}">
      <dgm:prSet/>
      <dgm:spPr/>
    </dgm:pt>
    <dgm:pt modelId="{F8A351D0-54EE-40C7-8A35-D07BC23BEB3E}" type="pres">
      <dgm:prSet presAssocID="{41FC6C17-0F6E-499A-8F55-7467F6816C8B}" presName="linear" presStyleCnt="0">
        <dgm:presLayoutVars>
          <dgm:dir/>
        </dgm:presLayoutVars>
      </dgm:prSet>
      <dgm:spPr/>
      <dgm:t>
        <a:bodyPr/>
        <a:lstStyle/>
        <a:p>
          <a:endParaRPr lang="en-US"/>
        </a:p>
      </dgm:t>
    </dgm:pt>
    <dgm:pt modelId="{C00E5B4B-01D0-4BE2-A78E-66E61CCAF0DF}" type="pres">
      <dgm:prSet presAssocID="{65DAB788-886A-4DAD-871E-9ED7F445F380}" presName="comp" presStyleCnt="0"/>
      <dgm:spPr/>
    </dgm:pt>
    <dgm:pt modelId="{712C740E-7F61-4A54-8DD2-C7B04FA316E5}" type="pres">
      <dgm:prSet presAssocID="{65DAB788-886A-4DAD-871E-9ED7F445F380}" presName="box" presStyleLbl="node1" presStyleIdx="0" presStyleCnt="4"/>
      <dgm:spPr/>
      <dgm:t>
        <a:bodyPr/>
        <a:lstStyle/>
        <a:p>
          <a:endParaRPr lang="en-US"/>
        </a:p>
      </dgm:t>
    </dgm:pt>
    <dgm:pt modelId="{F5B24BF9-84C2-415A-8B0D-3C09505368CB}" type="pres">
      <dgm:prSet presAssocID="{65DAB788-886A-4DAD-871E-9ED7F445F380}" presName="img" presStyleLbl="fgImgPlace1" presStyleIdx="0" presStyleCnt="4"/>
      <dgm:spPr/>
    </dgm:pt>
    <dgm:pt modelId="{61C04CAB-92F6-4C46-B334-93AB150FBDA5}" type="pres">
      <dgm:prSet presAssocID="{65DAB788-886A-4DAD-871E-9ED7F445F380}" presName="text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7061CBF-841D-432A-8475-B704E08CC41C}" type="pres">
      <dgm:prSet presAssocID="{C9FC712F-606D-49F8-B215-1D1BA89DAAC4}" presName="spacer" presStyleCnt="0"/>
      <dgm:spPr/>
    </dgm:pt>
    <dgm:pt modelId="{28C62B61-FBEA-4E7F-9FA0-0CF9445A455B}" type="pres">
      <dgm:prSet presAssocID="{3C00C10C-21A9-4319-8B3A-7B36CBC76C6C}" presName="comp" presStyleCnt="0"/>
      <dgm:spPr/>
    </dgm:pt>
    <dgm:pt modelId="{D81D555B-E581-474C-AB7E-7871E966B0EB}" type="pres">
      <dgm:prSet presAssocID="{3C00C10C-21A9-4319-8B3A-7B36CBC76C6C}" presName="box" presStyleLbl="node1" presStyleIdx="1" presStyleCnt="4"/>
      <dgm:spPr/>
      <dgm:t>
        <a:bodyPr/>
        <a:lstStyle/>
        <a:p>
          <a:endParaRPr lang="en-US"/>
        </a:p>
      </dgm:t>
    </dgm:pt>
    <dgm:pt modelId="{1C648B78-E240-4090-8B47-5C724EDBF6D9}" type="pres">
      <dgm:prSet presAssocID="{3C00C10C-21A9-4319-8B3A-7B36CBC76C6C}" presName="img" presStyleLbl="fgImgPlace1" presStyleIdx="1" presStyleCnt="4"/>
      <dgm:spPr/>
    </dgm:pt>
    <dgm:pt modelId="{4D03416F-6787-46E7-8641-2A6BE1E33935}" type="pres">
      <dgm:prSet presAssocID="{3C00C10C-21A9-4319-8B3A-7B36CBC76C6C}" presName="text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ED4649E-7390-42BB-B01A-1DD0E89D82E4}" type="pres">
      <dgm:prSet presAssocID="{3943806F-8B7F-40BD-8FAA-2A38083A9A64}" presName="spacer" presStyleCnt="0"/>
      <dgm:spPr/>
    </dgm:pt>
    <dgm:pt modelId="{058FDE49-1FE2-4333-8D9A-DA642454167B}" type="pres">
      <dgm:prSet presAssocID="{9B8968BA-50E7-4510-9537-6720CCB6813B}" presName="comp" presStyleCnt="0"/>
      <dgm:spPr/>
    </dgm:pt>
    <dgm:pt modelId="{AA1A9BD6-7E14-4B9E-ACC1-77A9C3408D2B}" type="pres">
      <dgm:prSet presAssocID="{9B8968BA-50E7-4510-9537-6720CCB6813B}" presName="box" presStyleLbl="node1" presStyleIdx="2" presStyleCnt="4"/>
      <dgm:spPr/>
      <dgm:t>
        <a:bodyPr/>
        <a:lstStyle/>
        <a:p>
          <a:endParaRPr lang="en-US"/>
        </a:p>
      </dgm:t>
    </dgm:pt>
    <dgm:pt modelId="{61B0A597-7C54-4B00-8E77-07100A42FCD1}" type="pres">
      <dgm:prSet presAssocID="{9B8968BA-50E7-4510-9537-6720CCB6813B}" presName="img" presStyleLbl="fgImgPlace1" presStyleIdx="2" presStyleCnt="4"/>
      <dgm:spPr/>
    </dgm:pt>
    <dgm:pt modelId="{E9296BF9-1EC3-48AB-BEF8-C424A624FFDA}" type="pres">
      <dgm:prSet presAssocID="{9B8968BA-50E7-4510-9537-6720CCB6813B}" presName="text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1D54CC4-55ED-4AC9-BCDD-A5CA4283FC04}" type="pres">
      <dgm:prSet presAssocID="{0FF391A4-45A7-42A7-B84D-9F95CE8473C0}" presName="spacer" presStyleCnt="0"/>
      <dgm:spPr/>
    </dgm:pt>
    <dgm:pt modelId="{0D59862D-610C-4E83-8B89-671B12984F24}" type="pres">
      <dgm:prSet presAssocID="{932195BE-A8B7-4864-A7BD-35FBC74E6729}" presName="comp" presStyleCnt="0"/>
      <dgm:spPr/>
    </dgm:pt>
    <dgm:pt modelId="{0BE3A761-AB86-4AE6-84ED-3DDF9B4249D9}" type="pres">
      <dgm:prSet presAssocID="{932195BE-A8B7-4864-A7BD-35FBC74E6729}" presName="box" presStyleLbl="node1" presStyleIdx="3" presStyleCnt="4"/>
      <dgm:spPr/>
      <dgm:t>
        <a:bodyPr/>
        <a:lstStyle/>
        <a:p>
          <a:endParaRPr lang="en-US"/>
        </a:p>
      </dgm:t>
    </dgm:pt>
    <dgm:pt modelId="{8EAD9F37-FFC1-4597-88E0-AA72711CC81E}" type="pres">
      <dgm:prSet presAssocID="{932195BE-A8B7-4864-A7BD-35FBC74E6729}" presName="img" presStyleLbl="fgImgPlace1" presStyleIdx="3" presStyleCnt="4"/>
      <dgm:spPr/>
    </dgm:pt>
    <dgm:pt modelId="{0E25A7B6-5645-424A-BF2D-CD6B56F668E3}" type="pres">
      <dgm:prSet presAssocID="{932195BE-A8B7-4864-A7BD-35FBC74E6729}" presName="text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10C300C-0156-4342-9B25-06401EB1E6C9}" srcId="{41FC6C17-0F6E-499A-8F55-7467F6816C8B}" destId="{65DAB788-886A-4DAD-871E-9ED7F445F380}" srcOrd="0" destOrd="0" parTransId="{C4F1534A-E0B1-4D94-A750-95A328BE84F0}" sibTransId="{C9FC712F-606D-49F8-B215-1D1BA89DAAC4}"/>
    <dgm:cxn modelId="{C59A5E7F-0941-4D6B-B9F9-A10F36C3C6E4}" type="presOf" srcId="{932195BE-A8B7-4864-A7BD-35FBC74E6729}" destId="{0BE3A761-AB86-4AE6-84ED-3DDF9B4249D9}" srcOrd="0" destOrd="0" presId="urn:microsoft.com/office/officeart/2005/8/layout/vList4#10"/>
    <dgm:cxn modelId="{0370BE8C-1C7C-4790-A4B5-328CD90BF207}" srcId="{41FC6C17-0F6E-499A-8F55-7467F6816C8B}" destId="{3C00C10C-21A9-4319-8B3A-7B36CBC76C6C}" srcOrd="1" destOrd="0" parTransId="{54342060-A1B1-4003-A124-09AAE2CC39DA}" sibTransId="{3943806F-8B7F-40BD-8FAA-2A38083A9A64}"/>
    <dgm:cxn modelId="{322511D5-7433-4CD2-B650-E5C827D2A65A}" type="presOf" srcId="{932195BE-A8B7-4864-A7BD-35FBC74E6729}" destId="{0E25A7B6-5645-424A-BF2D-CD6B56F668E3}" srcOrd="1" destOrd="0" presId="urn:microsoft.com/office/officeart/2005/8/layout/vList4#10"/>
    <dgm:cxn modelId="{AD3625E1-5B7F-405D-AC69-FE304EC44551}" type="presOf" srcId="{9B8968BA-50E7-4510-9537-6720CCB6813B}" destId="{AA1A9BD6-7E14-4B9E-ACC1-77A9C3408D2B}" srcOrd="0" destOrd="0" presId="urn:microsoft.com/office/officeart/2005/8/layout/vList4#10"/>
    <dgm:cxn modelId="{471DB96A-FA09-461E-B58B-8A036F6B5653}" srcId="{41FC6C17-0F6E-499A-8F55-7467F6816C8B}" destId="{932195BE-A8B7-4864-A7BD-35FBC74E6729}" srcOrd="3" destOrd="0" parTransId="{4F90E9BC-0B91-469D-81BC-8DF2F97EB85F}" sibTransId="{6EEAD58F-D31E-4B5F-813D-D2C5C61AA582}"/>
    <dgm:cxn modelId="{7BAC7246-6167-45F8-B4C9-60C88FB11BB7}" srcId="{41FC6C17-0F6E-499A-8F55-7467F6816C8B}" destId="{9B8968BA-50E7-4510-9537-6720CCB6813B}" srcOrd="2" destOrd="0" parTransId="{6895492B-723C-470C-916C-B316E9B5E88A}" sibTransId="{0FF391A4-45A7-42A7-B84D-9F95CE8473C0}"/>
    <dgm:cxn modelId="{E7D51DAD-1F28-45DE-88E2-451963766AED}" type="presOf" srcId="{9B8968BA-50E7-4510-9537-6720CCB6813B}" destId="{E9296BF9-1EC3-48AB-BEF8-C424A624FFDA}" srcOrd="1" destOrd="0" presId="urn:microsoft.com/office/officeart/2005/8/layout/vList4#10"/>
    <dgm:cxn modelId="{C16C9A19-20B6-44B1-B8B4-E8645E26E06C}" type="presOf" srcId="{65DAB788-886A-4DAD-871E-9ED7F445F380}" destId="{61C04CAB-92F6-4C46-B334-93AB150FBDA5}" srcOrd="1" destOrd="0" presId="urn:microsoft.com/office/officeart/2005/8/layout/vList4#10"/>
    <dgm:cxn modelId="{A49F7678-96D6-44D9-91BA-C51D9CD20D92}" type="presOf" srcId="{41FC6C17-0F6E-499A-8F55-7467F6816C8B}" destId="{F8A351D0-54EE-40C7-8A35-D07BC23BEB3E}" srcOrd="0" destOrd="0" presId="urn:microsoft.com/office/officeart/2005/8/layout/vList4#10"/>
    <dgm:cxn modelId="{680A086E-AE00-46DA-AF38-3471EC5847E7}" type="presOf" srcId="{3C00C10C-21A9-4319-8B3A-7B36CBC76C6C}" destId="{4D03416F-6787-46E7-8641-2A6BE1E33935}" srcOrd="1" destOrd="0" presId="urn:microsoft.com/office/officeart/2005/8/layout/vList4#10"/>
    <dgm:cxn modelId="{8B29CA63-F681-4B28-8779-0E5AB5E966B6}" type="presOf" srcId="{3C00C10C-21A9-4319-8B3A-7B36CBC76C6C}" destId="{D81D555B-E581-474C-AB7E-7871E966B0EB}" srcOrd="0" destOrd="0" presId="urn:microsoft.com/office/officeart/2005/8/layout/vList4#10"/>
    <dgm:cxn modelId="{B7576FAF-1A64-4FD6-A2B1-598241ABB753}" type="presOf" srcId="{65DAB788-886A-4DAD-871E-9ED7F445F380}" destId="{712C740E-7F61-4A54-8DD2-C7B04FA316E5}" srcOrd="0" destOrd="0" presId="urn:microsoft.com/office/officeart/2005/8/layout/vList4#10"/>
    <dgm:cxn modelId="{8FD65769-6BCD-4BFC-A74D-828AA5A08307}" type="presParOf" srcId="{F8A351D0-54EE-40C7-8A35-D07BC23BEB3E}" destId="{C00E5B4B-01D0-4BE2-A78E-66E61CCAF0DF}" srcOrd="0" destOrd="0" presId="urn:microsoft.com/office/officeart/2005/8/layout/vList4#10"/>
    <dgm:cxn modelId="{118A83AD-2DCA-4D04-922A-37F8D2F8C840}" type="presParOf" srcId="{C00E5B4B-01D0-4BE2-A78E-66E61CCAF0DF}" destId="{712C740E-7F61-4A54-8DD2-C7B04FA316E5}" srcOrd="0" destOrd="0" presId="urn:microsoft.com/office/officeart/2005/8/layout/vList4#10"/>
    <dgm:cxn modelId="{D8D623F7-967E-487D-BCF8-D41C2ED1BE29}" type="presParOf" srcId="{C00E5B4B-01D0-4BE2-A78E-66E61CCAF0DF}" destId="{F5B24BF9-84C2-415A-8B0D-3C09505368CB}" srcOrd="1" destOrd="0" presId="urn:microsoft.com/office/officeart/2005/8/layout/vList4#10"/>
    <dgm:cxn modelId="{21D4F372-D22B-4B57-89C6-17AC63940005}" type="presParOf" srcId="{C00E5B4B-01D0-4BE2-A78E-66E61CCAF0DF}" destId="{61C04CAB-92F6-4C46-B334-93AB150FBDA5}" srcOrd="2" destOrd="0" presId="urn:microsoft.com/office/officeart/2005/8/layout/vList4#10"/>
    <dgm:cxn modelId="{24B0FEF4-5EB7-492E-9DBC-FB2C19A8DFCE}" type="presParOf" srcId="{F8A351D0-54EE-40C7-8A35-D07BC23BEB3E}" destId="{87061CBF-841D-432A-8475-B704E08CC41C}" srcOrd="1" destOrd="0" presId="urn:microsoft.com/office/officeart/2005/8/layout/vList4#10"/>
    <dgm:cxn modelId="{D30E5301-12AD-4733-9286-AFDF66368605}" type="presParOf" srcId="{F8A351D0-54EE-40C7-8A35-D07BC23BEB3E}" destId="{28C62B61-FBEA-4E7F-9FA0-0CF9445A455B}" srcOrd="2" destOrd="0" presId="urn:microsoft.com/office/officeart/2005/8/layout/vList4#10"/>
    <dgm:cxn modelId="{3099B501-8CC2-4D1D-8EC6-9AE6717DD98F}" type="presParOf" srcId="{28C62B61-FBEA-4E7F-9FA0-0CF9445A455B}" destId="{D81D555B-E581-474C-AB7E-7871E966B0EB}" srcOrd="0" destOrd="0" presId="urn:microsoft.com/office/officeart/2005/8/layout/vList4#10"/>
    <dgm:cxn modelId="{FA5BD7EB-B0B8-4557-94EF-12D7F842B702}" type="presParOf" srcId="{28C62B61-FBEA-4E7F-9FA0-0CF9445A455B}" destId="{1C648B78-E240-4090-8B47-5C724EDBF6D9}" srcOrd="1" destOrd="0" presId="urn:microsoft.com/office/officeart/2005/8/layout/vList4#10"/>
    <dgm:cxn modelId="{A94D4C5F-0FFE-4188-84C6-E77E0F4BC9F6}" type="presParOf" srcId="{28C62B61-FBEA-4E7F-9FA0-0CF9445A455B}" destId="{4D03416F-6787-46E7-8641-2A6BE1E33935}" srcOrd="2" destOrd="0" presId="urn:microsoft.com/office/officeart/2005/8/layout/vList4#10"/>
    <dgm:cxn modelId="{726A46C5-BD3B-44DC-9CAB-B82DCEB6CB3E}" type="presParOf" srcId="{F8A351D0-54EE-40C7-8A35-D07BC23BEB3E}" destId="{4ED4649E-7390-42BB-B01A-1DD0E89D82E4}" srcOrd="3" destOrd="0" presId="urn:microsoft.com/office/officeart/2005/8/layout/vList4#10"/>
    <dgm:cxn modelId="{5EB14C20-CEBB-4170-8F39-547F732AD965}" type="presParOf" srcId="{F8A351D0-54EE-40C7-8A35-D07BC23BEB3E}" destId="{058FDE49-1FE2-4333-8D9A-DA642454167B}" srcOrd="4" destOrd="0" presId="urn:microsoft.com/office/officeart/2005/8/layout/vList4#10"/>
    <dgm:cxn modelId="{33559F37-D714-4FCF-BD02-6D609AD077A9}" type="presParOf" srcId="{058FDE49-1FE2-4333-8D9A-DA642454167B}" destId="{AA1A9BD6-7E14-4B9E-ACC1-77A9C3408D2B}" srcOrd="0" destOrd="0" presId="urn:microsoft.com/office/officeart/2005/8/layout/vList4#10"/>
    <dgm:cxn modelId="{3A304644-8268-433E-BE15-F74E0E871D0F}" type="presParOf" srcId="{058FDE49-1FE2-4333-8D9A-DA642454167B}" destId="{61B0A597-7C54-4B00-8E77-07100A42FCD1}" srcOrd="1" destOrd="0" presId="urn:microsoft.com/office/officeart/2005/8/layout/vList4#10"/>
    <dgm:cxn modelId="{A9468560-EB70-40D3-A06E-2BD55959DF1C}" type="presParOf" srcId="{058FDE49-1FE2-4333-8D9A-DA642454167B}" destId="{E9296BF9-1EC3-48AB-BEF8-C424A624FFDA}" srcOrd="2" destOrd="0" presId="urn:microsoft.com/office/officeart/2005/8/layout/vList4#10"/>
    <dgm:cxn modelId="{FD0C1B4A-A7CE-4AAD-8ADB-5DF4E4BED148}" type="presParOf" srcId="{F8A351D0-54EE-40C7-8A35-D07BC23BEB3E}" destId="{A1D54CC4-55ED-4AC9-BCDD-A5CA4283FC04}" srcOrd="5" destOrd="0" presId="urn:microsoft.com/office/officeart/2005/8/layout/vList4#10"/>
    <dgm:cxn modelId="{6DE7EC43-815D-425C-B4D6-AEE3F9BAF87F}" type="presParOf" srcId="{F8A351D0-54EE-40C7-8A35-D07BC23BEB3E}" destId="{0D59862D-610C-4E83-8B89-671B12984F24}" srcOrd="6" destOrd="0" presId="urn:microsoft.com/office/officeart/2005/8/layout/vList4#10"/>
    <dgm:cxn modelId="{066394D2-D6BE-483C-8E62-1AC575EC19AC}" type="presParOf" srcId="{0D59862D-610C-4E83-8B89-671B12984F24}" destId="{0BE3A761-AB86-4AE6-84ED-3DDF9B4249D9}" srcOrd="0" destOrd="0" presId="urn:microsoft.com/office/officeart/2005/8/layout/vList4#10"/>
    <dgm:cxn modelId="{8E67BA88-BCA4-4659-99D9-C1AE695E331A}" type="presParOf" srcId="{0D59862D-610C-4E83-8B89-671B12984F24}" destId="{8EAD9F37-FFC1-4597-88E0-AA72711CC81E}" srcOrd="1" destOrd="0" presId="urn:microsoft.com/office/officeart/2005/8/layout/vList4#10"/>
    <dgm:cxn modelId="{AACB466A-B0FF-4235-97C3-8B72C956255F}" type="presParOf" srcId="{0D59862D-610C-4E83-8B89-671B12984F24}" destId="{0E25A7B6-5645-424A-BF2D-CD6B56F668E3}" srcOrd="2" destOrd="0" presId="urn:microsoft.com/office/officeart/2005/8/layout/vList4#10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C66FDC3-2A01-413D-9B40-CF9CCA3FC227}" type="doc">
      <dgm:prSet loTypeId="urn:microsoft.com/office/officeart/2005/8/layout/funnel1#1" loCatId="relationship" qsTypeId="urn:microsoft.com/office/officeart/2005/8/quickstyle/simple2#7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9B8E1D9-C748-48FC-A725-2E22E9830EA5}">
      <dgm:prSet phldrT="[Text]"/>
      <dgm:spPr/>
      <dgm:t>
        <a:bodyPr/>
        <a:lstStyle/>
        <a:p>
          <a:r>
            <a:rPr lang="en-US" smtClean="0"/>
            <a:t>Example</a:t>
          </a:r>
          <a:endParaRPr lang="en-US"/>
        </a:p>
      </dgm:t>
    </dgm:pt>
    <dgm:pt modelId="{D297A700-36F2-47A2-A7D8-F5611AEA3310}" type="parTrans" cxnId="{2AE7E93A-B8BD-411B-B984-E12F86522AC5}">
      <dgm:prSet/>
      <dgm:spPr/>
    </dgm:pt>
    <dgm:pt modelId="{FC0DF4C9-16DD-4481-A318-10249DBD9843}" type="sibTrans" cxnId="{2AE7E93A-B8BD-411B-B984-E12F86522AC5}">
      <dgm:prSet/>
      <dgm:spPr/>
    </dgm:pt>
    <dgm:pt modelId="{CD699A2E-9BC6-48DA-A353-7AE5E36094C2}">
      <dgm:prSet phldrT="[Text]"/>
      <dgm:spPr/>
      <dgm:t>
        <a:bodyPr/>
        <a:lstStyle/>
        <a:p>
          <a:r>
            <a:rPr lang="en-US" dirty="0" smtClean="0"/>
            <a:t>Example</a:t>
          </a:r>
          <a:endParaRPr lang="en-US" dirty="0"/>
        </a:p>
      </dgm:t>
    </dgm:pt>
    <dgm:pt modelId="{14E9E9A3-77B2-40EA-B914-E54F8807358C}" type="parTrans" cxnId="{B1F49099-A3D7-4C51-A99B-D126A30ECA04}">
      <dgm:prSet/>
      <dgm:spPr/>
    </dgm:pt>
    <dgm:pt modelId="{E14C4834-BED4-4044-8A9A-5EB7FE82D3F8}" type="sibTrans" cxnId="{B1F49099-A3D7-4C51-A99B-D126A30ECA04}">
      <dgm:prSet/>
      <dgm:spPr/>
    </dgm:pt>
    <dgm:pt modelId="{7867B346-CC9E-44CB-A117-1A1F38BDF7A9}">
      <dgm:prSet phldrT="[Text]"/>
      <dgm:spPr/>
      <dgm:t>
        <a:bodyPr/>
        <a:lstStyle/>
        <a:p>
          <a:r>
            <a:rPr lang="en-US" dirty="0" smtClean="0"/>
            <a:t>Example</a:t>
          </a:r>
          <a:endParaRPr lang="en-US" dirty="0"/>
        </a:p>
      </dgm:t>
    </dgm:pt>
    <dgm:pt modelId="{4D4D5D1D-406B-467E-9050-28D33A614A8D}" type="parTrans" cxnId="{DC060B8B-9C7B-4195-92CA-17E40231AC22}">
      <dgm:prSet/>
      <dgm:spPr/>
    </dgm:pt>
    <dgm:pt modelId="{205C03FA-F87F-48DC-A894-9DA2EAD33C04}" type="sibTrans" cxnId="{DC060B8B-9C7B-4195-92CA-17E40231AC22}">
      <dgm:prSet/>
      <dgm:spPr/>
    </dgm:pt>
    <dgm:pt modelId="{9BFDE9DE-5854-4C8A-8A3A-42146DC8337F}">
      <dgm:prSet phldrT="[Text]"/>
      <dgm:spPr/>
      <dgm:t>
        <a:bodyPr/>
        <a:lstStyle/>
        <a:p>
          <a:r>
            <a:rPr lang="en-US" smtClean="0"/>
            <a:t>Discuss how the product or service can be used by different groups, giving real user examples where possible</a:t>
          </a:r>
          <a:endParaRPr lang="en-US" dirty="0"/>
        </a:p>
      </dgm:t>
    </dgm:pt>
    <dgm:pt modelId="{8F906776-B064-474F-8626-CE4B25C07E3F}" type="parTrans" cxnId="{273F2338-0745-457D-8357-2A0089BF1117}">
      <dgm:prSet/>
      <dgm:spPr/>
    </dgm:pt>
    <dgm:pt modelId="{0DE2D488-41B4-466C-A2B9-60AE8F96125B}" type="sibTrans" cxnId="{273F2338-0745-457D-8357-2A0089BF1117}">
      <dgm:prSet/>
      <dgm:spPr/>
    </dgm:pt>
    <dgm:pt modelId="{FFD4AA85-D9A8-41DC-807B-1681B2B0C678}" type="pres">
      <dgm:prSet presAssocID="{5C66FDC3-2A01-413D-9B40-CF9CCA3FC227}" presName="Name0" presStyleCnt="0">
        <dgm:presLayoutVars>
          <dgm:chMax val="4"/>
        </dgm:presLayoutVars>
      </dgm:prSet>
      <dgm:spPr/>
      <dgm:t>
        <a:bodyPr/>
        <a:lstStyle/>
        <a:p>
          <a:endParaRPr lang="en-US"/>
        </a:p>
      </dgm:t>
    </dgm:pt>
    <dgm:pt modelId="{3D513930-97ED-4E4E-9943-CF42B65C3D5F}" type="pres">
      <dgm:prSet presAssocID="{5C66FDC3-2A01-413D-9B40-CF9CCA3FC227}" presName="ellipse" presStyleLbl="trBgShp" presStyleIdx="0" presStyleCnt="1"/>
      <dgm:spPr/>
    </dgm:pt>
    <dgm:pt modelId="{6953BEB1-F1B0-4471-9842-CD5AA6057D87}" type="pres">
      <dgm:prSet presAssocID="{5C66FDC3-2A01-413D-9B40-CF9CCA3FC227}" presName="arrow1" presStyleLbl="fgShp" presStyleIdx="0" presStyleCnt="1"/>
      <dgm:spPr/>
    </dgm:pt>
    <dgm:pt modelId="{B02D1F6B-F0F8-4CDA-94E3-6586D70F350F}" type="pres">
      <dgm:prSet presAssocID="{5C66FDC3-2A01-413D-9B40-CF9CCA3FC227}" presName="rectangle" presStyleLbl="revTx" presStyleIdx="0" presStyleCnt="1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1DEDD22-553A-454C-8CB4-8BDE2171A8D5}" type="pres">
      <dgm:prSet presAssocID="{CD699A2E-9BC6-48DA-A353-7AE5E36094C2}" presName="item1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FB823A9-59DD-41A2-BA60-E7A37DDB037D}" type="pres">
      <dgm:prSet presAssocID="{7867B346-CC9E-44CB-A117-1A1F38BDF7A9}" presName="item2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1FD6B82-684A-43EE-BA07-CF6B818CBE56}" type="pres">
      <dgm:prSet presAssocID="{9BFDE9DE-5854-4C8A-8A3A-42146DC8337F}" presName="item3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D25BB71-AE7C-42E4-8118-B058EDBDB51C}" type="pres">
      <dgm:prSet presAssocID="{5C66FDC3-2A01-413D-9B40-CF9CCA3FC227}" presName="funnel" presStyleLbl="trAlignAcc1" presStyleIdx="0" presStyleCnt="1"/>
      <dgm:spPr/>
    </dgm:pt>
  </dgm:ptLst>
  <dgm:cxnLst>
    <dgm:cxn modelId="{2AE7E93A-B8BD-411B-B984-E12F86522AC5}" srcId="{5C66FDC3-2A01-413D-9B40-CF9CCA3FC227}" destId="{F9B8E1D9-C748-48FC-A725-2E22E9830EA5}" srcOrd="0" destOrd="0" parTransId="{D297A700-36F2-47A2-A7D8-F5611AEA3310}" sibTransId="{FC0DF4C9-16DD-4481-A318-10249DBD9843}"/>
    <dgm:cxn modelId="{88AA559D-964F-4A23-83DA-28BAD02D2422}" type="presOf" srcId="{CD699A2E-9BC6-48DA-A353-7AE5E36094C2}" destId="{2FB823A9-59DD-41A2-BA60-E7A37DDB037D}" srcOrd="0" destOrd="0" presId="urn:microsoft.com/office/officeart/2005/8/layout/funnel1#1"/>
    <dgm:cxn modelId="{CC62D72D-2A78-4695-BC2F-2D02CE05A4DD}" type="presOf" srcId="{7867B346-CC9E-44CB-A117-1A1F38BDF7A9}" destId="{01DEDD22-553A-454C-8CB4-8BDE2171A8D5}" srcOrd="0" destOrd="0" presId="urn:microsoft.com/office/officeart/2005/8/layout/funnel1#1"/>
    <dgm:cxn modelId="{273F2338-0745-457D-8357-2A0089BF1117}" srcId="{5C66FDC3-2A01-413D-9B40-CF9CCA3FC227}" destId="{9BFDE9DE-5854-4C8A-8A3A-42146DC8337F}" srcOrd="3" destOrd="0" parTransId="{8F906776-B064-474F-8626-CE4B25C07E3F}" sibTransId="{0DE2D488-41B4-466C-A2B9-60AE8F96125B}"/>
    <dgm:cxn modelId="{67311B8A-326B-4E61-87B3-1CBD1BC65653}" type="presOf" srcId="{F9B8E1D9-C748-48FC-A725-2E22E9830EA5}" destId="{51FD6B82-684A-43EE-BA07-CF6B818CBE56}" srcOrd="0" destOrd="0" presId="urn:microsoft.com/office/officeart/2005/8/layout/funnel1#1"/>
    <dgm:cxn modelId="{DC060B8B-9C7B-4195-92CA-17E40231AC22}" srcId="{5C66FDC3-2A01-413D-9B40-CF9CCA3FC227}" destId="{7867B346-CC9E-44CB-A117-1A1F38BDF7A9}" srcOrd="2" destOrd="0" parTransId="{4D4D5D1D-406B-467E-9050-28D33A614A8D}" sibTransId="{205C03FA-F87F-48DC-A894-9DA2EAD33C04}"/>
    <dgm:cxn modelId="{F697751B-0608-45EE-85BE-2CD41827BC66}" type="presOf" srcId="{5C66FDC3-2A01-413D-9B40-CF9CCA3FC227}" destId="{FFD4AA85-D9A8-41DC-807B-1681B2B0C678}" srcOrd="0" destOrd="0" presId="urn:microsoft.com/office/officeart/2005/8/layout/funnel1#1"/>
    <dgm:cxn modelId="{B1F49099-A3D7-4C51-A99B-D126A30ECA04}" srcId="{5C66FDC3-2A01-413D-9B40-CF9CCA3FC227}" destId="{CD699A2E-9BC6-48DA-A353-7AE5E36094C2}" srcOrd="1" destOrd="0" parTransId="{14E9E9A3-77B2-40EA-B914-E54F8807358C}" sibTransId="{E14C4834-BED4-4044-8A9A-5EB7FE82D3F8}"/>
    <dgm:cxn modelId="{16099987-750F-4B07-9C4D-F22C0CA6E726}" type="presOf" srcId="{9BFDE9DE-5854-4C8A-8A3A-42146DC8337F}" destId="{B02D1F6B-F0F8-4CDA-94E3-6586D70F350F}" srcOrd="0" destOrd="0" presId="urn:microsoft.com/office/officeart/2005/8/layout/funnel1#1"/>
    <dgm:cxn modelId="{32687F6E-5A0A-4771-AB39-34CA8CE133B9}" type="presParOf" srcId="{FFD4AA85-D9A8-41DC-807B-1681B2B0C678}" destId="{3D513930-97ED-4E4E-9943-CF42B65C3D5F}" srcOrd="0" destOrd="0" presId="urn:microsoft.com/office/officeart/2005/8/layout/funnel1#1"/>
    <dgm:cxn modelId="{4F0277A8-B225-4B5A-86B3-89B54092C3E4}" type="presParOf" srcId="{FFD4AA85-D9A8-41DC-807B-1681B2B0C678}" destId="{6953BEB1-F1B0-4471-9842-CD5AA6057D87}" srcOrd="1" destOrd="0" presId="urn:microsoft.com/office/officeart/2005/8/layout/funnel1#1"/>
    <dgm:cxn modelId="{94AC9708-3929-47DC-A8E2-88B74035F491}" type="presParOf" srcId="{FFD4AA85-D9A8-41DC-807B-1681B2B0C678}" destId="{B02D1F6B-F0F8-4CDA-94E3-6586D70F350F}" srcOrd="2" destOrd="0" presId="urn:microsoft.com/office/officeart/2005/8/layout/funnel1#1"/>
    <dgm:cxn modelId="{7E9D7671-D203-4C57-B41F-DE20AF3D17D2}" type="presParOf" srcId="{FFD4AA85-D9A8-41DC-807B-1681B2B0C678}" destId="{01DEDD22-553A-454C-8CB4-8BDE2171A8D5}" srcOrd="3" destOrd="0" presId="urn:microsoft.com/office/officeart/2005/8/layout/funnel1#1"/>
    <dgm:cxn modelId="{64728FCE-08AE-4AC2-A21E-D2BF29C07C60}" type="presParOf" srcId="{FFD4AA85-D9A8-41DC-807B-1681B2B0C678}" destId="{2FB823A9-59DD-41A2-BA60-E7A37DDB037D}" srcOrd="4" destOrd="0" presId="urn:microsoft.com/office/officeart/2005/8/layout/funnel1#1"/>
    <dgm:cxn modelId="{3C8FFA43-7253-4477-82E4-34E166B6BA46}" type="presParOf" srcId="{FFD4AA85-D9A8-41DC-807B-1681B2B0C678}" destId="{51FD6B82-684A-43EE-BA07-CF6B818CBE56}" srcOrd="5" destOrd="0" presId="urn:microsoft.com/office/officeart/2005/8/layout/funnel1#1"/>
    <dgm:cxn modelId="{1339AA06-2CF5-41F3-B024-F90B0EC64EF5}" type="presParOf" srcId="{FFD4AA85-D9A8-41DC-807B-1681B2B0C678}" destId="{AD25BB71-AE7C-42E4-8118-B058EDBDB51C}" srcOrd="6" destOrd="0" presId="urn:microsoft.com/office/officeart/2005/8/layout/funnel1#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C857E6B-9DBC-4395-8200-307DB916266C}" type="doc">
      <dgm:prSet loTypeId="urn:microsoft.com/office/officeart/2005/8/layout/chevron1#1" loCatId="process" qsTypeId="urn:microsoft.com/office/officeart/2005/8/quickstyle/simple2#9" qsCatId="simple" csTypeId="urn:microsoft.com/office/officeart/2005/8/colors/accent1_2" csCatId="accent1" phldr="1"/>
      <dgm:spPr/>
    </dgm:pt>
    <dgm:pt modelId="{00694442-8927-4CE3-9FBE-CB393F5D2F49}">
      <dgm:prSet phldrT="[Text]"/>
      <dgm:spPr/>
      <dgm:t>
        <a:bodyPr/>
        <a:lstStyle/>
        <a:p>
          <a:r>
            <a:rPr lang="en-US" dirty="0" smtClean="0"/>
            <a:t>For products, give relevant technical specifications, using as many slides as necessary</a:t>
          </a:r>
          <a:endParaRPr lang="en-US" dirty="0"/>
        </a:p>
      </dgm:t>
    </dgm:pt>
    <dgm:pt modelId="{7B8E506D-7601-4A3E-B99F-472628096E46}" type="parTrans" cxnId="{2A11958E-7CFA-4955-85AF-018FCCBC6F89}">
      <dgm:prSet/>
      <dgm:spPr/>
    </dgm:pt>
    <dgm:pt modelId="{5B3E3F20-C403-4476-B8C7-CB3D28CA4B8D}" type="sibTrans" cxnId="{2A11958E-7CFA-4955-85AF-018FCCBC6F89}">
      <dgm:prSet/>
      <dgm:spPr/>
    </dgm:pt>
    <dgm:pt modelId="{D5C97282-CB32-4A49-AA59-CD73DA710C2E}">
      <dgm:prSet phldrT="[Text]"/>
      <dgm:spPr/>
      <dgm:t>
        <a:bodyPr/>
        <a:lstStyle/>
        <a:p>
          <a:r>
            <a:rPr lang="en-US" dirty="0" smtClean="0"/>
            <a:t>For services, detail the items and conditions under which the service is offered</a:t>
          </a:r>
          <a:endParaRPr lang="en-US" dirty="0"/>
        </a:p>
      </dgm:t>
    </dgm:pt>
    <dgm:pt modelId="{A2CDC5E3-5A7F-4A15-86D5-31902354E970}" type="parTrans" cxnId="{F12274C9-8D22-4F76-81A9-1F397B5D7ABF}">
      <dgm:prSet/>
      <dgm:spPr/>
    </dgm:pt>
    <dgm:pt modelId="{19EF82DE-CFE0-4524-A023-71F00158B165}" type="sibTrans" cxnId="{F12274C9-8D22-4F76-81A9-1F397B5D7ABF}">
      <dgm:prSet/>
      <dgm:spPr/>
    </dgm:pt>
    <dgm:pt modelId="{FC80E4F9-681C-4982-BF5B-D105E74B55F8}" type="pres">
      <dgm:prSet presAssocID="{BC857E6B-9DBC-4395-8200-307DB916266C}" presName="Name0" presStyleCnt="0">
        <dgm:presLayoutVars>
          <dgm:dir/>
          <dgm:animLvl val="lvl"/>
        </dgm:presLayoutVars>
      </dgm:prSet>
      <dgm:spPr/>
    </dgm:pt>
    <dgm:pt modelId="{BFFF20DC-7204-498E-A3DB-7F920618A8A3}" type="pres">
      <dgm:prSet presAssocID="{00694442-8927-4CE3-9FBE-CB393F5D2F49}" presName="parentChildGroup" presStyleCnt="0"/>
      <dgm:spPr/>
    </dgm:pt>
    <dgm:pt modelId="{76069EA0-1B6C-4C34-9BDB-E1ED6F9133AA}" type="pres">
      <dgm:prSet presAssocID="{00694442-8927-4CE3-9FBE-CB393F5D2F49}" presName="parent" presStyleLbl="node1" presStyleIdx="0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362645E-0489-4EE4-A918-B3402DD10BC7}" type="pres">
      <dgm:prSet presAssocID="{5B3E3F20-C403-4476-B8C7-CB3D28CA4B8D}" presName="spacing" presStyleCnt="0"/>
      <dgm:spPr/>
    </dgm:pt>
    <dgm:pt modelId="{1BCE0B1A-7C33-48CB-AB27-30AD54CED9E7}" type="pres">
      <dgm:prSet presAssocID="{D5C97282-CB32-4A49-AA59-CD73DA710C2E}" presName="parentChildGroup" presStyleCnt="0"/>
      <dgm:spPr/>
    </dgm:pt>
    <dgm:pt modelId="{2E17CB32-83F2-4445-8CD8-883CCE2738C6}" type="pres">
      <dgm:prSet presAssocID="{D5C97282-CB32-4A49-AA59-CD73DA710C2E}" presName="parent" presStyleLbl="node1" presStyleIdx="1" presStyleCnt="2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F12274C9-8D22-4F76-81A9-1F397B5D7ABF}" srcId="{BC857E6B-9DBC-4395-8200-307DB916266C}" destId="{D5C97282-CB32-4A49-AA59-CD73DA710C2E}" srcOrd="1" destOrd="0" parTransId="{A2CDC5E3-5A7F-4A15-86D5-31902354E970}" sibTransId="{19EF82DE-CFE0-4524-A023-71F00158B165}"/>
    <dgm:cxn modelId="{228A70ED-605B-4CFD-9BCA-4EB11637632D}" type="presOf" srcId="{00694442-8927-4CE3-9FBE-CB393F5D2F49}" destId="{76069EA0-1B6C-4C34-9BDB-E1ED6F9133AA}" srcOrd="0" destOrd="0" presId="urn:microsoft.com/office/officeart/2005/8/layout/chevron1#1"/>
    <dgm:cxn modelId="{2A11958E-7CFA-4955-85AF-018FCCBC6F89}" srcId="{BC857E6B-9DBC-4395-8200-307DB916266C}" destId="{00694442-8927-4CE3-9FBE-CB393F5D2F49}" srcOrd="0" destOrd="0" parTransId="{7B8E506D-7601-4A3E-B99F-472628096E46}" sibTransId="{5B3E3F20-C403-4476-B8C7-CB3D28CA4B8D}"/>
    <dgm:cxn modelId="{87F27014-9D0B-4DD4-9704-7A35D166614A}" type="presOf" srcId="{BC857E6B-9DBC-4395-8200-307DB916266C}" destId="{FC80E4F9-681C-4982-BF5B-D105E74B55F8}" srcOrd="0" destOrd="0" presId="urn:microsoft.com/office/officeart/2005/8/layout/chevron1#1"/>
    <dgm:cxn modelId="{D572C163-AB24-4749-B54D-8B394596034A}" type="presOf" srcId="{D5C97282-CB32-4A49-AA59-CD73DA710C2E}" destId="{2E17CB32-83F2-4445-8CD8-883CCE2738C6}" srcOrd="0" destOrd="0" presId="urn:microsoft.com/office/officeart/2005/8/layout/chevron1#1"/>
    <dgm:cxn modelId="{D180D474-BA85-4D65-BD8D-4449EBF7CAE6}" type="presParOf" srcId="{FC80E4F9-681C-4982-BF5B-D105E74B55F8}" destId="{BFFF20DC-7204-498E-A3DB-7F920618A8A3}" srcOrd="0" destOrd="0" presId="urn:microsoft.com/office/officeart/2005/8/layout/chevron1#1"/>
    <dgm:cxn modelId="{2815341F-A73C-4DE5-BB1E-6997973B8232}" type="presParOf" srcId="{BFFF20DC-7204-498E-A3DB-7F920618A8A3}" destId="{76069EA0-1B6C-4C34-9BDB-E1ED6F9133AA}" srcOrd="0" destOrd="0" presId="urn:microsoft.com/office/officeart/2005/8/layout/chevron1#1"/>
    <dgm:cxn modelId="{8E529252-63E8-4923-8D55-A9BBBE107F52}" type="presParOf" srcId="{FC80E4F9-681C-4982-BF5B-D105E74B55F8}" destId="{C362645E-0489-4EE4-A918-B3402DD10BC7}" srcOrd="1" destOrd="0" presId="urn:microsoft.com/office/officeart/2005/8/layout/chevron1#1"/>
    <dgm:cxn modelId="{EC948060-7BF0-4C46-94F7-ADF5C51A15BA}" type="presParOf" srcId="{FC80E4F9-681C-4982-BF5B-D105E74B55F8}" destId="{1BCE0B1A-7C33-48CB-AB27-30AD54CED9E7}" srcOrd="2" destOrd="0" presId="urn:microsoft.com/office/officeart/2005/8/layout/chevron1#1"/>
    <dgm:cxn modelId="{72A29B92-51C3-4761-9535-2E7131F40C13}" type="presParOf" srcId="{1BCE0B1A-7C33-48CB-AB27-30AD54CED9E7}" destId="{2E17CB32-83F2-4445-8CD8-883CCE2738C6}" srcOrd="0" destOrd="0" presId="urn:microsoft.com/office/officeart/2005/8/layout/chevron1#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F1DCEE5-248E-496F-86F6-E709CAD4C4BC}" type="doc">
      <dgm:prSet loTypeId="urn:microsoft.com/office/officeart/2005/8/layout/vList4#11" loCatId="process" qsTypeId="urn:microsoft.com/office/officeart/2005/8/quickstyle/simple2#10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2951EE1-3465-4C95-87EB-379D6C8BC820}">
      <dgm:prSet phldrT="[Text]"/>
      <dgm:spPr/>
      <dgm:t>
        <a:bodyPr/>
        <a:lstStyle/>
        <a:p>
          <a:r>
            <a:rPr lang="en-US" dirty="0" smtClean="0"/>
            <a:t>Detail the product models available and list specific prices for each model and additional options</a:t>
          </a:r>
          <a:endParaRPr lang="en-US" dirty="0"/>
        </a:p>
      </dgm:t>
    </dgm:pt>
    <dgm:pt modelId="{19242C52-8ABC-4DF0-B626-0C7A98BA35F7}" type="parTrans" cxnId="{79258257-9463-4FA3-97ED-5A9F01CAA77D}">
      <dgm:prSet/>
      <dgm:spPr/>
    </dgm:pt>
    <dgm:pt modelId="{D9450A57-D831-4363-8A6B-F17FAC5233E4}" type="sibTrans" cxnId="{79258257-9463-4FA3-97ED-5A9F01CAA77D}">
      <dgm:prSet/>
      <dgm:spPr/>
    </dgm:pt>
    <dgm:pt modelId="{D3B81CFE-F024-4A2F-A036-45C7DC70E930}">
      <dgm:prSet phldrT="[Text]"/>
      <dgm:spPr/>
      <dgm:t>
        <a:bodyPr/>
        <a:lstStyle/>
        <a:p>
          <a:r>
            <a:rPr lang="en-US" dirty="0" smtClean="0"/>
            <a:t>Model</a:t>
          </a:r>
          <a:endParaRPr lang="en-US" dirty="0"/>
        </a:p>
      </dgm:t>
    </dgm:pt>
    <dgm:pt modelId="{E2DCDC5A-990F-44DB-8FBD-1BECB81FB5BA}" type="parTrans" cxnId="{1F1FFC82-6640-4AD6-90B1-7DF8FE6A0111}">
      <dgm:prSet/>
      <dgm:spPr/>
    </dgm:pt>
    <dgm:pt modelId="{159A71CA-ADA8-4CA0-9589-56CFD68103AF}" type="sibTrans" cxnId="{1F1FFC82-6640-4AD6-90B1-7DF8FE6A0111}">
      <dgm:prSet/>
      <dgm:spPr/>
    </dgm:pt>
    <dgm:pt modelId="{531B3967-25C6-4142-9364-52CF28354393}">
      <dgm:prSet phldrT="[Text]"/>
      <dgm:spPr/>
      <dgm:t>
        <a:bodyPr/>
        <a:lstStyle/>
        <a:p>
          <a:r>
            <a:rPr lang="en-US" dirty="0" smtClean="0"/>
            <a:t>Price</a:t>
          </a:r>
          <a:endParaRPr lang="en-US" dirty="0"/>
        </a:p>
      </dgm:t>
    </dgm:pt>
    <dgm:pt modelId="{B4A8E85F-75B8-40B7-A962-0232DC293170}" type="parTrans" cxnId="{C0209A85-6850-45F0-8CDE-CC6E9E590ABC}">
      <dgm:prSet/>
      <dgm:spPr/>
    </dgm:pt>
    <dgm:pt modelId="{1D8522B7-AA79-4822-9CFC-1C1AABCC7641}" type="sibTrans" cxnId="{C0209A85-6850-45F0-8CDE-CC6E9E590ABC}">
      <dgm:prSet/>
      <dgm:spPr/>
    </dgm:pt>
    <dgm:pt modelId="{ABE55376-B9C6-487C-AD38-9BD25390EE75}">
      <dgm:prSet phldrT="[Text]"/>
      <dgm:spPr/>
      <dgm:t>
        <a:bodyPr/>
        <a:lstStyle/>
        <a:p>
          <a:r>
            <a:rPr lang="en-US" dirty="0" smtClean="0"/>
            <a:t>Detail the product models available and list specific prices for each model and additional options</a:t>
          </a:r>
          <a:endParaRPr lang="en-US" dirty="0"/>
        </a:p>
      </dgm:t>
    </dgm:pt>
    <dgm:pt modelId="{13CB3BBD-D724-44CD-A73C-F6550C8E925B}" type="parTrans" cxnId="{1C717A0B-9EA4-4517-A88F-A6A584D1F7F5}">
      <dgm:prSet/>
      <dgm:spPr/>
    </dgm:pt>
    <dgm:pt modelId="{0023D312-6DDD-433D-B3E7-2502D31B05D0}" type="sibTrans" cxnId="{1C717A0B-9EA4-4517-A88F-A6A584D1F7F5}">
      <dgm:prSet/>
      <dgm:spPr/>
    </dgm:pt>
    <dgm:pt modelId="{AEC3EE32-5217-40B6-9BF6-C5F9CA3CE607}">
      <dgm:prSet phldrT="[Text]"/>
      <dgm:spPr/>
      <dgm:t>
        <a:bodyPr/>
        <a:lstStyle/>
        <a:p>
          <a:r>
            <a:rPr lang="en-US" dirty="0" smtClean="0"/>
            <a:t>Model</a:t>
          </a:r>
          <a:endParaRPr lang="en-US" dirty="0"/>
        </a:p>
      </dgm:t>
    </dgm:pt>
    <dgm:pt modelId="{3CC15E98-F09E-46C4-8710-53A52828F77D}" type="parTrans" cxnId="{25144A64-D7A1-4AEA-8266-E48BBA7D1C02}">
      <dgm:prSet/>
      <dgm:spPr/>
    </dgm:pt>
    <dgm:pt modelId="{D205FB33-F5AC-4D7B-863F-4A5D49625412}" type="sibTrans" cxnId="{25144A64-D7A1-4AEA-8266-E48BBA7D1C02}">
      <dgm:prSet/>
      <dgm:spPr/>
    </dgm:pt>
    <dgm:pt modelId="{40ABCF4E-B4F7-44B8-84DA-B5FF81C8757D}">
      <dgm:prSet phldrT="[Text]"/>
      <dgm:spPr/>
      <dgm:t>
        <a:bodyPr/>
        <a:lstStyle/>
        <a:p>
          <a:r>
            <a:rPr lang="en-US" dirty="0" smtClean="0"/>
            <a:t>Price</a:t>
          </a:r>
          <a:endParaRPr lang="en-US" dirty="0"/>
        </a:p>
      </dgm:t>
    </dgm:pt>
    <dgm:pt modelId="{0A5BD047-F0D2-4372-8C15-8C5396B14547}" type="parTrans" cxnId="{C41986B3-9EDE-4A97-934F-3E7790D089AD}">
      <dgm:prSet/>
      <dgm:spPr/>
    </dgm:pt>
    <dgm:pt modelId="{5346C8F5-F119-47DE-979C-62A751F14E22}" type="sibTrans" cxnId="{C41986B3-9EDE-4A97-934F-3E7790D089AD}">
      <dgm:prSet/>
      <dgm:spPr/>
    </dgm:pt>
    <dgm:pt modelId="{9EF412E8-EB21-49C9-8153-F1009AB26693}">
      <dgm:prSet phldrT="[Text]"/>
      <dgm:spPr/>
      <dgm:t>
        <a:bodyPr/>
        <a:lstStyle/>
        <a:p>
          <a:r>
            <a:rPr lang="en-US" dirty="0" smtClean="0"/>
            <a:t>Detail the product models available and list specific prices for each model and additional options</a:t>
          </a:r>
          <a:endParaRPr lang="en-US" dirty="0"/>
        </a:p>
      </dgm:t>
    </dgm:pt>
    <dgm:pt modelId="{103CCF25-8720-451E-9C2D-7477383EDC18}" type="parTrans" cxnId="{6410A7FF-36FD-402A-BEEC-7E0F864DF72C}">
      <dgm:prSet/>
      <dgm:spPr/>
    </dgm:pt>
    <dgm:pt modelId="{4E5D6CB8-FC1E-4307-A290-D1737A514288}" type="sibTrans" cxnId="{6410A7FF-36FD-402A-BEEC-7E0F864DF72C}">
      <dgm:prSet/>
      <dgm:spPr/>
    </dgm:pt>
    <dgm:pt modelId="{8DE6327D-A1F8-4AA9-B89F-061051A1E118}">
      <dgm:prSet phldrT="[Text]"/>
      <dgm:spPr/>
      <dgm:t>
        <a:bodyPr/>
        <a:lstStyle/>
        <a:p>
          <a:r>
            <a:rPr lang="en-US" dirty="0" smtClean="0"/>
            <a:t>Model</a:t>
          </a:r>
          <a:endParaRPr lang="en-US" dirty="0"/>
        </a:p>
      </dgm:t>
    </dgm:pt>
    <dgm:pt modelId="{42693A09-D334-4279-A0F7-C19D08CDE280}" type="parTrans" cxnId="{B2ADF806-6659-44FF-A522-FB09CF22B6BC}">
      <dgm:prSet/>
      <dgm:spPr/>
    </dgm:pt>
    <dgm:pt modelId="{CA01D505-80DB-4086-9399-6B431F45D49D}" type="sibTrans" cxnId="{B2ADF806-6659-44FF-A522-FB09CF22B6BC}">
      <dgm:prSet/>
      <dgm:spPr/>
    </dgm:pt>
    <dgm:pt modelId="{B0351FEC-00B4-450F-A319-1012D79FCD7E}">
      <dgm:prSet phldrT="[Text]"/>
      <dgm:spPr/>
      <dgm:t>
        <a:bodyPr/>
        <a:lstStyle/>
        <a:p>
          <a:r>
            <a:rPr lang="en-US" dirty="0" smtClean="0"/>
            <a:t>Price</a:t>
          </a:r>
          <a:endParaRPr lang="en-US" dirty="0"/>
        </a:p>
      </dgm:t>
    </dgm:pt>
    <dgm:pt modelId="{B89309DC-8D99-4976-AADC-5BFF99C760DF}" type="parTrans" cxnId="{C731D225-E1E4-4E7E-9168-715D1E681425}">
      <dgm:prSet/>
      <dgm:spPr/>
    </dgm:pt>
    <dgm:pt modelId="{6322A5A9-2650-458A-84DB-F5E363BD29CD}" type="sibTrans" cxnId="{C731D225-E1E4-4E7E-9168-715D1E681425}">
      <dgm:prSet/>
      <dgm:spPr/>
    </dgm:pt>
    <dgm:pt modelId="{0DE5694B-977D-45C1-BBD9-C66FFE47B0A7}" type="pres">
      <dgm:prSet presAssocID="{FF1DCEE5-248E-496F-86F6-E709CAD4C4BC}" presName="linear" presStyleCnt="0">
        <dgm:presLayoutVars>
          <dgm:dir/>
        </dgm:presLayoutVars>
      </dgm:prSet>
      <dgm:spPr/>
      <dgm:t>
        <a:bodyPr/>
        <a:lstStyle/>
        <a:p>
          <a:endParaRPr lang="en-US"/>
        </a:p>
      </dgm:t>
    </dgm:pt>
    <dgm:pt modelId="{A06F924B-9523-4EF2-B943-DE3F6E7F425B}" type="pres">
      <dgm:prSet presAssocID="{B2951EE1-3465-4C95-87EB-379D6C8BC820}" presName="comp" presStyleCnt="0"/>
      <dgm:spPr/>
    </dgm:pt>
    <dgm:pt modelId="{080BA1B3-864A-4094-A1EB-BE104C105375}" type="pres">
      <dgm:prSet presAssocID="{B2951EE1-3465-4C95-87EB-379D6C8BC820}" presName="box" presStyleLbl="node1" presStyleIdx="0" presStyleCnt="3"/>
      <dgm:spPr/>
      <dgm:t>
        <a:bodyPr/>
        <a:lstStyle/>
        <a:p>
          <a:endParaRPr lang="en-US"/>
        </a:p>
      </dgm:t>
    </dgm:pt>
    <dgm:pt modelId="{A00F4661-E89F-4303-85BA-4DF8943FFAF6}" type="pres">
      <dgm:prSet presAssocID="{B2951EE1-3465-4C95-87EB-379D6C8BC820}" presName="img" presStyleLbl="fgImgPlace1" presStyleIdx="0" presStyleCnt="3"/>
      <dgm:spPr/>
    </dgm:pt>
    <dgm:pt modelId="{F5CE92A6-D6E2-4C83-BD6D-39023ACA6A13}" type="pres">
      <dgm:prSet presAssocID="{B2951EE1-3465-4C95-87EB-379D6C8BC820}" presName="text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95F5219-62C3-4DA6-A79F-783CBBC617E2}" type="pres">
      <dgm:prSet presAssocID="{D9450A57-D831-4363-8A6B-F17FAC5233E4}" presName="spacer" presStyleCnt="0"/>
      <dgm:spPr/>
    </dgm:pt>
    <dgm:pt modelId="{454C198D-3EB6-497A-8554-D9B8354F0224}" type="pres">
      <dgm:prSet presAssocID="{ABE55376-B9C6-487C-AD38-9BD25390EE75}" presName="comp" presStyleCnt="0"/>
      <dgm:spPr/>
    </dgm:pt>
    <dgm:pt modelId="{ED3CAE9F-9BA5-4417-8E04-D6DC8D037D63}" type="pres">
      <dgm:prSet presAssocID="{ABE55376-B9C6-487C-AD38-9BD25390EE75}" presName="box" presStyleLbl="node1" presStyleIdx="1" presStyleCnt="3"/>
      <dgm:spPr/>
      <dgm:t>
        <a:bodyPr/>
        <a:lstStyle/>
        <a:p>
          <a:endParaRPr lang="en-US"/>
        </a:p>
      </dgm:t>
    </dgm:pt>
    <dgm:pt modelId="{6443A8E1-54BA-4ED5-B2B0-31AE9653C854}" type="pres">
      <dgm:prSet presAssocID="{ABE55376-B9C6-487C-AD38-9BD25390EE75}" presName="img" presStyleLbl="fgImgPlace1" presStyleIdx="1" presStyleCnt="3"/>
      <dgm:spPr/>
    </dgm:pt>
    <dgm:pt modelId="{34A2078B-FB29-4513-93A0-D950E5CF8E39}" type="pres">
      <dgm:prSet presAssocID="{ABE55376-B9C6-487C-AD38-9BD25390EE75}" presName="text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CC2C39E-5496-4DD4-B61A-A9CE2CB7971A}" type="pres">
      <dgm:prSet presAssocID="{0023D312-6DDD-433D-B3E7-2502D31B05D0}" presName="spacer" presStyleCnt="0"/>
      <dgm:spPr/>
    </dgm:pt>
    <dgm:pt modelId="{82D71D39-FA6E-4CA2-9F81-D7F41ADF1717}" type="pres">
      <dgm:prSet presAssocID="{9EF412E8-EB21-49C9-8153-F1009AB26693}" presName="comp" presStyleCnt="0"/>
      <dgm:spPr/>
    </dgm:pt>
    <dgm:pt modelId="{E2A0C760-2FC2-4B8F-B245-C561B7CA9AFE}" type="pres">
      <dgm:prSet presAssocID="{9EF412E8-EB21-49C9-8153-F1009AB26693}" presName="box" presStyleLbl="node1" presStyleIdx="2" presStyleCnt="3"/>
      <dgm:spPr/>
      <dgm:t>
        <a:bodyPr/>
        <a:lstStyle/>
        <a:p>
          <a:endParaRPr lang="en-US"/>
        </a:p>
      </dgm:t>
    </dgm:pt>
    <dgm:pt modelId="{04F4DB84-4462-4CC1-99BE-BD3D4342C5BD}" type="pres">
      <dgm:prSet presAssocID="{9EF412E8-EB21-49C9-8153-F1009AB26693}" presName="img" presStyleLbl="fgImgPlace1" presStyleIdx="2" presStyleCnt="3"/>
      <dgm:spPr/>
    </dgm:pt>
    <dgm:pt modelId="{B164C1F9-18F4-4C25-B720-90F66DE81081}" type="pres">
      <dgm:prSet presAssocID="{9EF412E8-EB21-49C9-8153-F1009AB26693}" presName="text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B2ADF806-6659-44FF-A522-FB09CF22B6BC}" srcId="{9EF412E8-EB21-49C9-8153-F1009AB26693}" destId="{8DE6327D-A1F8-4AA9-B89F-061051A1E118}" srcOrd="0" destOrd="0" parTransId="{42693A09-D334-4279-A0F7-C19D08CDE280}" sibTransId="{CA01D505-80DB-4086-9399-6B431F45D49D}"/>
    <dgm:cxn modelId="{46A37F05-56DA-4ABA-8505-787C73FE52F5}" type="presOf" srcId="{B0351FEC-00B4-450F-A319-1012D79FCD7E}" destId="{E2A0C760-2FC2-4B8F-B245-C561B7CA9AFE}" srcOrd="0" destOrd="2" presId="urn:microsoft.com/office/officeart/2005/8/layout/vList4#11"/>
    <dgm:cxn modelId="{1F1FFC82-6640-4AD6-90B1-7DF8FE6A0111}" srcId="{B2951EE1-3465-4C95-87EB-379D6C8BC820}" destId="{D3B81CFE-F024-4A2F-A036-45C7DC70E930}" srcOrd="0" destOrd="0" parTransId="{E2DCDC5A-990F-44DB-8FBD-1BECB81FB5BA}" sibTransId="{159A71CA-ADA8-4CA0-9589-56CFD68103AF}"/>
    <dgm:cxn modelId="{6410A7FF-36FD-402A-BEEC-7E0F864DF72C}" srcId="{FF1DCEE5-248E-496F-86F6-E709CAD4C4BC}" destId="{9EF412E8-EB21-49C9-8153-F1009AB26693}" srcOrd="2" destOrd="0" parTransId="{103CCF25-8720-451E-9C2D-7477383EDC18}" sibTransId="{4E5D6CB8-FC1E-4307-A290-D1737A514288}"/>
    <dgm:cxn modelId="{B81DE397-9199-41AB-99BA-F4D35F4C6EDE}" type="presOf" srcId="{B2951EE1-3465-4C95-87EB-379D6C8BC820}" destId="{F5CE92A6-D6E2-4C83-BD6D-39023ACA6A13}" srcOrd="1" destOrd="0" presId="urn:microsoft.com/office/officeart/2005/8/layout/vList4#11"/>
    <dgm:cxn modelId="{851AC8EA-56E2-440F-8951-B067CA29E553}" type="presOf" srcId="{9EF412E8-EB21-49C9-8153-F1009AB26693}" destId="{E2A0C760-2FC2-4B8F-B245-C561B7CA9AFE}" srcOrd="0" destOrd="0" presId="urn:microsoft.com/office/officeart/2005/8/layout/vList4#11"/>
    <dgm:cxn modelId="{A61619B3-0215-49E8-B2EB-A54955DD9FA4}" type="presOf" srcId="{40ABCF4E-B4F7-44B8-84DA-B5FF81C8757D}" destId="{ED3CAE9F-9BA5-4417-8E04-D6DC8D037D63}" srcOrd="0" destOrd="2" presId="urn:microsoft.com/office/officeart/2005/8/layout/vList4#11"/>
    <dgm:cxn modelId="{C84CD1D8-7750-4E03-BCB9-2C83DFD56DB3}" type="presOf" srcId="{D3B81CFE-F024-4A2F-A036-45C7DC70E930}" destId="{080BA1B3-864A-4094-A1EB-BE104C105375}" srcOrd="0" destOrd="1" presId="urn:microsoft.com/office/officeart/2005/8/layout/vList4#11"/>
    <dgm:cxn modelId="{94FF8003-FB80-43BF-A6DE-67DF80B52DBA}" type="presOf" srcId="{D3B81CFE-F024-4A2F-A036-45C7DC70E930}" destId="{F5CE92A6-D6E2-4C83-BD6D-39023ACA6A13}" srcOrd="1" destOrd="1" presId="urn:microsoft.com/office/officeart/2005/8/layout/vList4#11"/>
    <dgm:cxn modelId="{25144A64-D7A1-4AEA-8266-E48BBA7D1C02}" srcId="{ABE55376-B9C6-487C-AD38-9BD25390EE75}" destId="{AEC3EE32-5217-40B6-9BF6-C5F9CA3CE607}" srcOrd="0" destOrd="0" parTransId="{3CC15E98-F09E-46C4-8710-53A52828F77D}" sibTransId="{D205FB33-F5AC-4D7B-863F-4A5D49625412}"/>
    <dgm:cxn modelId="{14896BA9-683F-45E8-A365-7FCD00D1B69C}" type="presOf" srcId="{8DE6327D-A1F8-4AA9-B89F-061051A1E118}" destId="{B164C1F9-18F4-4C25-B720-90F66DE81081}" srcOrd="1" destOrd="1" presId="urn:microsoft.com/office/officeart/2005/8/layout/vList4#11"/>
    <dgm:cxn modelId="{C0209A85-6850-45F0-8CDE-CC6E9E590ABC}" srcId="{B2951EE1-3465-4C95-87EB-379D6C8BC820}" destId="{531B3967-25C6-4142-9364-52CF28354393}" srcOrd="1" destOrd="0" parTransId="{B4A8E85F-75B8-40B7-A962-0232DC293170}" sibTransId="{1D8522B7-AA79-4822-9CFC-1C1AABCC7641}"/>
    <dgm:cxn modelId="{C731D225-E1E4-4E7E-9168-715D1E681425}" srcId="{9EF412E8-EB21-49C9-8153-F1009AB26693}" destId="{B0351FEC-00B4-450F-A319-1012D79FCD7E}" srcOrd="1" destOrd="0" parTransId="{B89309DC-8D99-4976-AADC-5BFF99C760DF}" sibTransId="{6322A5A9-2650-458A-84DB-F5E363BD29CD}"/>
    <dgm:cxn modelId="{79258257-9463-4FA3-97ED-5A9F01CAA77D}" srcId="{FF1DCEE5-248E-496F-86F6-E709CAD4C4BC}" destId="{B2951EE1-3465-4C95-87EB-379D6C8BC820}" srcOrd="0" destOrd="0" parTransId="{19242C52-8ABC-4DF0-B626-0C7A98BA35F7}" sibTransId="{D9450A57-D831-4363-8A6B-F17FAC5233E4}"/>
    <dgm:cxn modelId="{F42C6621-59EC-4261-BE4E-4451FE0D1C08}" type="presOf" srcId="{AEC3EE32-5217-40B6-9BF6-C5F9CA3CE607}" destId="{ED3CAE9F-9BA5-4417-8E04-D6DC8D037D63}" srcOrd="0" destOrd="1" presId="urn:microsoft.com/office/officeart/2005/8/layout/vList4#11"/>
    <dgm:cxn modelId="{17332A93-08DF-4ACC-8785-C5CFAB944913}" type="presOf" srcId="{9EF412E8-EB21-49C9-8153-F1009AB26693}" destId="{B164C1F9-18F4-4C25-B720-90F66DE81081}" srcOrd="1" destOrd="0" presId="urn:microsoft.com/office/officeart/2005/8/layout/vList4#11"/>
    <dgm:cxn modelId="{505710C6-0FD4-496E-BC16-AAF04898C737}" type="presOf" srcId="{B2951EE1-3465-4C95-87EB-379D6C8BC820}" destId="{080BA1B3-864A-4094-A1EB-BE104C105375}" srcOrd="0" destOrd="0" presId="urn:microsoft.com/office/officeart/2005/8/layout/vList4#11"/>
    <dgm:cxn modelId="{F410993C-4AE6-4E09-B00D-B89D8B63C9B0}" type="presOf" srcId="{40ABCF4E-B4F7-44B8-84DA-B5FF81C8757D}" destId="{34A2078B-FB29-4513-93A0-D950E5CF8E39}" srcOrd="1" destOrd="2" presId="urn:microsoft.com/office/officeart/2005/8/layout/vList4#11"/>
    <dgm:cxn modelId="{8F3DC085-93CE-495D-9C8C-3DEB983AB55A}" type="presOf" srcId="{B0351FEC-00B4-450F-A319-1012D79FCD7E}" destId="{B164C1F9-18F4-4C25-B720-90F66DE81081}" srcOrd="1" destOrd="2" presId="urn:microsoft.com/office/officeart/2005/8/layout/vList4#11"/>
    <dgm:cxn modelId="{39F28B73-F122-46D6-991E-F10827FFB425}" type="presOf" srcId="{ABE55376-B9C6-487C-AD38-9BD25390EE75}" destId="{34A2078B-FB29-4513-93A0-D950E5CF8E39}" srcOrd="1" destOrd="0" presId="urn:microsoft.com/office/officeart/2005/8/layout/vList4#11"/>
    <dgm:cxn modelId="{1C1BDA29-FA5E-4AD8-963F-3566D031D1D4}" type="presOf" srcId="{531B3967-25C6-4142-9364-52CF28354393}" destId="{080BA1B3-864A-4094-A1EB-BE104C105375}" srcOrd="0" destOrd="2" presId="urn:microsoft.com/office/officeart/2005/8/layout/vList4#11"/>
    <dgm:cxn modelId="{D7A7C0BC-C24B-474F-9DB0-F5B5F446A4A4}" type="presOf" srcId="{FF1DCEE5-248E-496F-86F6-E709CAD4C4BC}" destId="{0DE5694B-977D-45C1-BBD9-C66FFE47B0A7}" srcOrd="0" destOrd="0" presId="urn:microsoft.com/office/officeart/2005/8/layout/vList4#11"/>
    <dgm:cxn modelId="{60A7B5B5-0551-4268-82B6-CDE3472D57C4}" type="presOf" srcId="{8DE6327D-A1F8-4AA9-B89F-061051A1E118}" destId="{E2A0C760-2FC2-4B8F-B245-C561B7CA9AFE}" srcOrd="0" destOrd="1" presId="urn:microsoft.com/office/officeart/2005/8/layout/vList4#11"/>
    <dgm:cxn modelId="{1C717A0B-9EA4-4517-A88F-A6A584D1F7F5}" srcId="{FF1DCEE5-248E-496F-86F6-E709CAD4C4BC}" destId="{ABE55376-B9C6-487C-AD38-9BD25390EE75}" srcOrd="1" destOrd="0" parTransId="{13CB3BBD-D724-44CD-A73C-F6550C8E925B}" sibTransId="{0023D312-6DDD-433D-B3E7-2502D31B05D0}"/>
    <dgm:cxn modelId="{C41986B3-9EDE-4A97-934F-3E7790D089AD}" srcId="{ABE55376-B9C6-487C-AD38-9BD25390EE75}" destId="{40ABCF4E-B4F7-44B8-84DA-B5FF81C8757D}" srcOrd="1" destOrd="0" parTransId="{0A5BD047-F0D2-4372-8C15-8C5396B14547}" sibTransId="{5346C8F5-F119-47DE-979C-62A751F14E22}"/>
    <dgm:cxn modelId="{349D5678-64FF-48B5-8170-56E31F08E3E9}" type="presOf" srcId="{ABE55376-B9C6-487C-AD38-9BD25390EE75}" destId="{ED3CAE9F-9BA5-4417-8E04-D6DC8D037D63}" srcOrd="0" destOrd="0" presId="urn:microsoft.com/office/officeart/2005/8/layout/vList4#11"/>
    <dgm:cxn modelId="{70FF97E7-ACA2-4ADE-A2D0-02BE4BAB3CB7}" type="presOf" srcId="{531B3967-25C6-4142-9364-52CF28354393}" destId="{F5CE92A6-D6E2-4C83-BD6D-39023ACA6A13}" srcOrd="1" destOrd="2" presId="urn:microsoft.com/office/officeart/2005/8/layout/vList4#11"/>
    <dgm:cxn modelId="{9778EF80-DF25-4E14-BB8B-C041A0097252}" type="presOf" srcId="{AEC3EE32-5217-40B6-9BF6-C5F9CA3CE607}" destId="{34A2078B-FB29-4513-93A0-D950E5CF8E39}" srcOrd="1" destOrd="1" presId="urn:microsoft.com/office/officeart/2005/8/layout/vList4#11"/>
    <dgm:cxn modelId="{8F5EEA9B-FBEC-47CC-9554-5D0F69386E8E}" type="presParOf" srcId="{0DE5694B-977D-45C1-BBD9-C66FFE47B0A7}" destId="{A06F924B-9523-4EF2-B943-DE3F6E7F425B}" srcOrd="0" destOrd="0" presId="urn:microsoft.com/office/officeart/2005/8/layout/vList4#11"/>
    <dgm:cxn modelId="{81102E2F-38CF-43CE-A872-9BC3BE3AE9F8}" type="presParOf" srcId="{A06F924B-9523-4EF2-B943-DE3F6E7F425B}" destId="{080BA1B3-864A-4094-A1EB-BE104C105375}" srcOrd="0" destOrd="0" presId="urn:microsoft.com/office/officeart/2005/8/layout/vList4#11"/>
    <dgm:cxn modelId="{CB892702-AD1C-4832-9F63-6BBAEA97D0B8}" type="presParOf" srcId="{A06F924B-9523-4EF2-B943-DE3F6E7F425B}" destId="{A00F4661-E89F-4303-85BA-4DF8943FFAF6}" srcOrd="1" destOrd="0" presId="urn:microsoft.com/office/officeart/2005/8/layout/vList4#11"/>
    <dgm:cxn modelId="{ED95D23A-D6AB-43F4-826C-39F3D52938ED}" type="presParOf" srcId="{A06F924B-9523-4EF2-B943-DE3F6E7F425B}" destId="{F5CE92A6-D6E2-4C83-BD6D-39023ACA6A13}" srcOrd="2" destOrd="0" presId="urn:microsoft.com/office/officeart/2005/8/layout/vList4#11"/>
    <dgm:cxn modelId="{48F50FED-3AEC-4575-BD32-E70892521A7C}" type="presParOf" srcId="{0DE5694B-977D-45C1-BBD9-C66FFE47B0A7}" destId="{D95F5219-62C3-4DA6-A79F-783CBBC617E2}" srcOrd="1" destOrd="0" presId="urn:microsoft.com/office/officeart/2005/8/layout/vList4#11"/>
    <dgm:cxn modelId="{1784806B-B128-42D9-BAC3-9E7B33D65EF5}" type="presParOf" srcId="{0DE5694B-977D-45C1-BBD9-C66FFE47B0A7}" destId="{454C198D-3EB6-497A-8554-D9B8354F0224}" srcOrd="2" destOrd="0" presId="urn:microsoft.com/office/officeart/2005/8/layout/vList4#11"/>
    <dgm:cxn modelId="{A90E0BAD-56E9-4EAC-BE7D-DDD7761A086C}" type="presParOf" srcId="{454C198D-3EB6-497A-8554-D9B8354F0224}" destId="{ED3CAE9F-9BA5-4417-8E04-D6DC8D037D63}" srcOrd="0" destOrd="0" presId="urn:microsoft.com/office/officeart/2005/8/layout/vList4#11"/>
    <dgm:cxn modelId="{5149EDC5-B9EB-4721-BBEF-11C7FFB2E680}" type="presParOf" srcId="{454C198D-3EB6-497A-8554-D9B8354F0224}" destId="{6443A8E1-54BA-4ED5-B2B0-31AE9653C854}" srcOrd="1" destOrd="0" presId="urn:microsoft.com/office/officeart/2005/8/layout/vList4#11"/>
    <dgm:cxn modelId="{650A7D26-2C7F-4CFE-B00B-0AEFBE4EC2D1}" type="presParOf" srcId="{454C198D-3EB6-497A-8554-D9B8354F0224}" destId="{34A2078B-FB29-4513-93A0-D950E5CF8E39}" srcOrd="2" destOrd="0" presId="urn:microsoft.com/office/officeart/2005/8/layout/vList4#11"/>
    <dgm:cxn modelId="{3552628C-5E19-47BB-AD15-A15AB403E41B}" type="presParOf" srcId="{0DE5694B-977D-45C1-BBD9-C66FFE47B0A7}" destId="{1CC2C39E-5496-4DD4-B61A-A9CE2CB7971A}" srcOrd="3" destOrd="0" presId="urn:microsoft.com/office/officeart/2005/8/layout/vList4#11"/>
    <dgm:cxn modelId="{0945259A-F918-4B86-8926-7AF51ECAE957}" type="presParOf" srcId="{0DE5694B-977D-45C1-BBD9-C66FFE47B0A7}" destId="{82D71D39-FA6E-4CA2-9F81-D7F41ADF1717}" srcOrd="4" destOrd="0" presId="urn:microsoft.com/office/officeart/2005/8/layout/vList4#11"/>
    <dgm:cxn modelId="{91C26F0D-AD7F-432C-AF8A-50EFD3FF9524}" type="presParOf" srcId="{82D71D39-FA6E-4CA2-9F81-D7F41ADF1717}" destId="{E2A0C760-2FC2-4B8F-B245-C561B7CA9AFE}" srcOrd="0" destOrd="0" presId="urn:microsoft.com/office/officeart/2005/8/layout/vList4#11"/>
    <dgm:cxn modelId="{D33E415B-47EB-4F2D-9958-ADBAB63C457B}" type="presParOf" srcId="{82D71D39-FA6E-4CA2-9F81-D7F41ADF1717}" destId="{04F4DB84-4462-4CC1-99BE-BD3D4342C5BD}" srcOrd="1" destOrd="0" presId="urn:microsoft.com/office/officeart/2005/8/layout/vList4#11"/>
    <dgm:cxn modelId="{2FE568C8-68B7-47EE-B407-791121315F83}" type="presParOf" srcId="{82D71D39-FA6E-4CA2-9F81-D7F41ADF1717}" destId="{B164C1F9-18F4-4C25-B720-90F66DE81081}" srcOrd="2" destOrd="0" presId="urn:microsoft.com/office/officeart/2005/8/layout/vList4#1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B61CEB4B-F8AB-4EA2-9D71-A11D04A293F2}" type="doc">
      <dgm:prSet loTypeId="urn:microsoft.com/office/officeart/2005/8/layout/hProcess9#1" loCatId="process" qsTypeId="urn:microsoft.com/office/officeart/2005/8/quickstyle/simple2#12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D80D54B-A264-4AF7-9643-086ACFDC240C}">
      <dgm:prSet phldrT="[Text]"/>
      <dgm:spPr/>
      <dgm:t>
        <a:bodyPr/>
        <a:lstStyle/>
        <a:p>
          <a:r>
            <a:rPr lang="en-US" smtClean="0"/>
            <a:t>List availability dates</a:t>
          </a:r>
          <a:endParaRPr lang="en-US"/>
        </a:p>
      </dgm:t>
    </dgm:pt>
    <dgm:pt modelId="{BFD993D0-F061-48E7-96F3-B5FA6796258E}" type="parTrans" cxnId="{8C281292-E9B7-461E-904F-D1D4C623F28B}">
      <dgm:prSet/>
      <dgm:spPr/>
    </dgm:pt>
    <dgm:pt modelId="{8E44A573-9EFC-4361-A76E-A3C7E86E6F09}" type="sibTrans" cxnId="{8C281292-E9B7-461E-904F-D1D4C623F28B}">
      <dgm:prSet/>
      <dgm:spPr/>
      <dgm:t>
        <a:bodyPr/>
        <a:lstStyle/>
        <a:p>
          <a:endParaRPr lang="en-US"/>
        </a:p>
      </dgm:t>
    </dgm:pt>
    <dgm:pt modelId="{2D70B6F6-4D8B-4575-9753-D7AAA065E9EC}">
      <dgm:prSet phldrT="[Text]"/>
      <dgm:spPr/>
      <dgm:t>
        <a:bodyPr/>
        <a:lstStyle/>
        <a:p>
          <a:r>
            <a:rPr lang="en-US" dirty="0" smtClean="0"/>
            <a:t>Describe where product can be purchased or where to direct orders</a:t>
          </a:r>
          <a:endParaRPr lang="en-US" dirty="0"/>
        </a:p>
      </dgm:t>
    </dgm:pt>
    <dgm:pt modelId="{530AC302-C1BA-4B7B-A508-5E960A7BAF09}" type="parTrans" cxnId="{244E4A0B-8D17-4ACF-A6C1-D3C4EC1DDFA3}">
      <dgm:prSet/>
      <dgm:spPr/>
    </dgm:pt>
    <dgm:pt modelId="{7994D138-0F1E-46B2-B34E-F1377B6AF6A2}" type="sibTrans" cxnId="{244E4A0B-8D17-4ACF-A6C1-D3C4EC1DDFA3}">
      <dgm:prSet/>
      <dgm:spPr/>
    </dgm:pt>
    <dgm:pt modelId="{504E5FC8-8024-460D-BFCC-645836BDF86D}" type="pres">
      <dgm:prSet presAssocID="{B61CEB4B-F8AB-4EA2-9D71-A11D04A293F2}" presName="CompostProcess" presStyleCnt="0">
        <dgm:presLayoutVars>
          <dgm:dir/>
        </dgm:presLayoutVars>
      </dgm:prSet>
      <dgm:spPr/>
      <dgm:t>
        <a:bodyPr/>
        <a:lstStyle/>
        <a:p>
          <a:endParaRPr lang="en-US"/>
        </a:p>
      </dgm:t>
    </dgm:pt>
    <dgm:pt modelId="{511758A2-9CB5-4D0E-83F4-7D323FDBADD3}" type="pres">
      <dgm:prSet presAssocID="{B61CEB4B-F8AB-4EA2-9D71-A11D04A293F2}" presName="arrow" presStyleLbl="bgShp" presStyleIdx="0" presStyleCnt="1"/>
      <dgm:spPr/>
    </dgm:pt>
    <dgm:pt modelId="{F17D3096-7057-491C-9E64-B622386514F8}" type="pres">
      <dgm:prSet presAssocID="{B61CEB4B-F8AB-4EA2-9D71-A11D04A293F2}" presName="linearProcess" presStyleCnt="0"/>
      <dgm:spPr/>
    </dgm:pt>
    <dgm:pt modelId="{FC7578C1-FE4B-430C-AFA0-3F0B3DF520DC}" type="pres">
      <dgm:prSet presAssocID="{AD80D54B-A264-4AF7-9643-086ACFDC240C}" presName="textNode" presStyleLbl="node1" presStyleIdx="0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8739E35-9423-449E-ADF6-6D5F38A48251}" type="pres">
      <dgm:prSet presAssocID="{8E44A573-9EFC-4361-A76E-A3C7E86E6F09}" presName="sibTrans" presStyleCnt="0"/>
      <dgm:spPr/>
    </dgm:pt>
    <dgm:pt modelId="{8B38ED86-3238-4E50-8BA1-1631127DDB90}" type="pres">
      <dgm:prSet presAssocID="{2D70B6F6-4D8B-4575-9753-D7AAA065E9EC}" presName="textNode" presStyleLbl="node1" presStyleIdx="1" presStyleCnt="2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E92000A-EC3B-4458-8A53-295F1BF0E21F}" type="presOf" srcId="{2D70B6F6-4D8B-4575-9753-D7AAA065E9EC}" destId="{8B38ED86-3238-4E50-8BA1-1631127DDB90}" srcOrd="0" destOrd="0" presId="urn:microsoft.com/office/officeart/2005/8/layout/hProcess9#1"/>
    <dgm:cxn modelId="{244E4A0B-8D17-4ACF-A6C1-D3C4EC1DDFA3}" srcId="{B61CEB4B-F8AB-4EA2-9D71-A11D04A293F2}" destId="{2D70B6F6-4D8B-4575-9753-D7AAA065E9EC}" srcOrd="1" destOrd="0" parTransId="{530AC302-C1BA-4B7B-A508-5E960A7BAF09}" sibTransId="{7994D138-0F1E-46B2-B34E-F1377B6AF6A2}"/>
    <dgm:cxn modelId="{2CBBC2BD-631C-4E94-A598-094CB3940E9C}" type="presOf" srcId="{B61CEB4B-F8AB-4EA2-9D71-A11D04A293F2}" destId="{504E5FC8-8024-460D-BFCC-645836BDF86D}" srcOrd="0" destOrd="0" presId="urn:microsoft.com/office/officeart/2005/8/layout/hProcess9#1"/>
    <dgm:cxn modelId="{8C281292-E9B7-461E-904F-D1D4C623F28B}" srcId="{B61CEB4B-F8AB-4EA2-9D71-A11D04A293F2}" destId="{AD80D54B-A264-4AF7-9643-086ACFDC240C}" srcOrd="0" destOrd="0" parTransId="{BFD993D0-F061-48E7-96F3-B5FA6796258E}" sibTransId="{8E44A573-9EFC-4361-A76E-A3C7E86E6F09}"/>
    <dgm:cxn modelId="{C8AB062A-C5B7-490A-9001-BB7383B3E61A}" type="presOf" srcId="{AD80D54B-A264-4AF7-9643-086ACFDC240C}" destId="{FC7578C1-FE4B-430C-AFA0-3F0B3DF520DC}" srcOrd="0" destOrd="0" presId="urn:microsoft.com/office/officeart/2005/8/layout/hProcess9#1"/>
    <dgm:cxn modelId="{C184E518-653A-45E3-82E5-22B2936B5172}" type="presParOf" srcId="{504E5FC8-8024-460D-BFCC-645836BDF86D}" destId="{511758A2-9CB5-4D0E-83F4-7D323FDBADD3}" srcOrd="0" destOrd="0" presId="urn:microsoft.com/office/officeart/2005/8/layout/hProcess9#1"/>
    <dgm:cxn modelId="{C40237C0-A8A9-46A3-B62A-B25E2487A577}" type="presParOf" srcId="{504E5FC8-8024-460D-BFCC-645836BDF86D}" destId="{F17D3096-7057-491C-9E64-B622386514F8}" srcOrd="1" destOrd="0" presId="urn:microsoft.com/office/officeart/2005/8/layout/hProcess9#1"/>
    <dgm:cxn modelId="{7E77AF24-8C24-4A3F-A5DA-4F6CF5E3AF42}" type="presParOf" srcId="{F17D3096-7057-491C-9E64-B622386514F8}" destId="{FC7578C1-FE4B-430C-AFA0-3F0B3DF520DC}" srcOrd="0" destOrd="0" presId="urn:microsoft.com/office/officeart/2005/8/layout/hProcess9#1"/>
    <dgm:cxn modelId="{8539322D-BF84-43BA-B2C5-32E7C9208EF8}" type="presParOf" srcId="{F17D3096-7057-491C-9E64-B622386514F8}" destId="{98739E35-9423-449E-ADF6-6D5F38A48251}" srcOrd="1" destOrd="0" presId="urn:microsoft.com/office/officeart/2005/8/layout/hProcess9#1"/>
    <dgm:cxn modelId="{DF879CFC-B85B-4C0A-A604-B165E54789A6}" type="presParOf" srcId="{F17D3096-7057-491C-9E64-B622386514F8}" destId="{8B38ED86-3238-4E50-8BA1-1631127DDB90}" srcOrd="2" destOrd="0" presId="urn:microsoft.com/office/officeart/2005/8/layout/hProcess9#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C56EF0-168A-4B9A-ABE6-BB9B3ED0AD2A}">
      <dsp:nvSpPr>
        <dsp:cNvPr id="0" name=""/>
        <dsp:cNvSpPr/>
      </dsp:nvSpPr>
      <dsp:spPr>
        <a:xfrm>
          <a:off x="1598" y="895616"/>
          <a:ext cx="3408485" cy="2396591"/>
        </a:xfrm>
        <a:prstGeom prst="roundRect">
          <a:avLst>
            <a:gd name="adj" fmla="val 105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Briefly describe the product or service, the user problems it solves, and the audience for which it is intended</a:t>
          </a:r>
          <a:endParaRPr lang="en-US" sz="2300" kern="1200" dirty="0"/>
        </a:p>
      </dsp:txBody>
      <dsp:txXfrm>
        <a:off x="75301" y="969319"/>
        <a:ext cx="3261079" cy="2249185"/>
      </dsp:txXfrm>
    </dsp:sp>
    <dsp:sp modelId="{F111B081-861E-438C-80FF-228E1614ED56}">
      <dsp:nvSpPr>
        <dsp:cNvPr id="0" name=""/>
        <dsp:cNvSpPr/>
      </dsp:nvSpPr>
      <dsp:spPr>
        <a:xfrm>
          <a:off x="3750932" y="1671260"/>
          <a:ext cx="722598" cy="84530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1800" kern="1200"/>
        </a:p>
      </dsp:txBody>
      <dsp:txXfrm>
        <a:off x="3750932" y="1840321"/>
        <a:ext cx="505819" cy="507182"/>
      </dsp:txXfrm>
    </dsp:sp>
    <dsp:sp modelId="{1E36F7AB-B842-42C5-B52A-1A0A432C430F}">
      <dsp:nvSpPr>
        <dsp:cNvPr id="0" name=""/>
        <dsp:cNvSpPr/>
      </dsp:nvSpPr>
      <dsp:spPr>
        <a:xfrm>
          <a:off x="4773478" y="895616"/>
          <a:ext cx="3408485" cy="2396591"/>
        </a:xfrm>
        <a:prstGeom prst="roundRect">
          <a:avLst>
            <a:gd name="adj" fmla="val 105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Outline different models available</a:t>
          </a:r>
          <a:endParaRPr lang="en-US" sz="2300" kern="1200" dirty="0"/>
        </a:p>
      </dsp:txBody>
      <dsp:txXfrm>
        <a:off x="4847181" y="969319"/>
        <a:ext cx="3261079" cy="22491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2C740E-7F61-4A54-8DD2-C7B04FA316E5}">
      <dsp:nvSpPr>
        <dsp:cNvPr id="0" name=""/>
        <dsp:cNvSpPr/>
      </dsp:nvSpPr>
      <dsp:spPr>
        <a:xfrm>
          <a:off x="0" y="0"/>
          <a:ext cx="8183562" cy="97334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27000" rIns="163576" bIns="127000" numCol="1" spcCol="1270" anchor="ctr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smtClean="0"/>
            <a:t>Use several slides to outline the features of your product</a:t>
          </a:r>
          <a:endParaRPr lang="en-US" sz="2300" kern="1200"/>
        </a:p>
      </dsp:txBody>
      <dsp:txXfrm>
        <a:off x="1734046" y="0"/>
        <a:ext cx="5728493" cy="973342"/>
      </dsp:txXfrm>
    </dsp:sp>
    <dsp:sp modelId="{F5B24BF9-84C2-415A-8B0D-3C09505368CB}">
      <dsp:nvSpPr>
        <dsp:cNvPr id="0" name=""/>
        <dsp:cNvSpPr/>
      </dsp:nvSpPr>
      <dsp:spPr>
        <a:xfrm>
          <a:off x="97334" y="97334"/>
          <a:ext cx="1636712" cy="778673"/>
        </a:xfrm>
        <a:prstGeom prst="round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D81D555B-E581-474C-AB7E-7871E966B0EB}">
      <dsp:nvSpPr>
        <dsp:cNvPr id="0" name=""/>
        <dsp:cNvSpPr/>
      </dsp:nvSpPr>
      <dsp:spPr>
        <a:xfrm>
          <a:off x="0" y="1070676"/>
          <a:ext cx="8183562" cy="97334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27000" rIns="163576" bIns="127000" numCol="1" spcCol="1270" anchor="ctr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Group features in logical categories, using one slide per category</a:t>
          </a:r>
          <a:endParaRPr lang="en-US" sz="2300" kern="1200" dirty="0"/>
        </a:p>
      </dsp:txBody>
      <dsp:txXfrm>
        <a:off x="1734046" y="1070676"/>
        <a:ext cx="5728493" cy="973342"/>
      </dsp:txXfrm>
    </dsp:sp>
    <dsp:sp modelId="{1C648B78-E240-4090-8B47-5C724EDBF6D9}">
      <dsp:nvSpPr>
        <dsp:cNvPr id="0" name=""/>
        <dsp:cNvSpPr/>
      </dsp:nvSpPr>
      <dsp:spPr>
        <a:xfrm>
          <a:off x="97334" y="1168010"/>
          <a:ext cx="1636712" cy="778673"/>
        </a:xfrm>
        <a:prstGeom prst="round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AA1A9BD6-7E14-4B9E-ACC1-77A9C3408D2B}">
      <dsp:nvSpPr>
        <dsp:cNvPr id="0" name=""/>
        <dsp:cNvSpPr/>
      </dsp:nvSpPr>
      <dsp:spPr>
        <a:xfrm>
          <a:off x="0" y="2141352"/>
          <a:ext cx="8183562" cy="97334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27000" rIns="163576" bIns="127000" numCol="1" spcCol="1270" anchor="ctr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Be sure to state the user benefit of each feature</a:t>
          </a:r>
          <a:endParaRPr lang="en-US" sz="2300" kern="1200" dirty="0"/>
        </a:p>
      </dsp:txBody>
      <dsp:txXfrm>
        <a:off x="1734046" y="2141352"/>
        <a:ext cx="5728493" cy="973342"/>
      </dsp:txXfrm>
    </dsp:sp>
    <dsp:sp modelId="{61B0A597-7C54-4B00-8E77-07100A42FCD1}">
      <dsp:nvSpPr>
        <dsp:cNvPr id="0" name=""/>
        <dsp:cNvSpPr/>
      </dsp:nvSpPr>
      <dsp:spPr>
        <a:xfrm>
          <a:off x="97334" y="2238686"/>
          <a:ext cx="1636712" cy="778673"/>
        </a:xfrm>
        <a:prstGeom prst="round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0BE3A761-AB86-4AE6-84ED-3DDF9B4249D9}">
      <dsp:nvSpPr>
        <dsp:cNvPr id="0" name=""/>
        <dsp:cNvSpPr/>
      </dsp:nvSpPr>
      <dsp:spPr>
        <a:xfrm>
          <a:off x="0" y="3212029"/>
          <a:ext cx="8183562" cy="97334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27000" rIns="163576" bIns="127000" numCol="1" spcCol="1270" anchor="ctr" anchorCtr="0">
          <a:noAutofit/>
        </a:bodyPr>
        <a:lstStyle/>
        <a:p>
          <a:pPr lvl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Use one slide </a:t>
          </a:r>
          <a:r>
            <a:rPr lang="en-US" sz="2300" kern="1200" smtClean="0"/>
            <a:t>per model, if appropriate</a:t>
          </a:r>
          <a:endParaRPr lang="en-US" sz="2300" kern="1200" dirty="0"/>
        </a:p>
      </dsp:txBody>
      <dsp:txXfrm>
        <a:off x="1734046" y="3212029"/>
        <a:ext cx="5728493" cy="973342"/>
      </dsp:txXfrm>
    </dsp:sp>
    <dsp:sp modelId="{8EAD9F37-FFC1-4597-88E0-AA72711CC81E}">
      <dsp:nvSpPr>
        <dsp:cNvPr id="0" name=""/>
        <dsp:cNvSpPr/>
      </dsp:nvSpPr>
      <dsp:spPr>
        <a:xfrm>
          <a:off x="97334" y="3309363"/>
          <a:ext cx="1636712" cy="778673"/>
        </a:xfrm>
        <a:prstGeom prst="round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513930-97ED-4E4E-9943-CF42B65C3D5F}">
      <dsp:nvSpPr>
        <dsp:cNvPr id="0" name=""/>
        <dsp:cNvSpPr/>
      </dsp:nvSpPr>
      <dsp:spPr>
        <a:xfrm>
          <a:off x="2398329" y="170130"/>
          <a:ext cx="3376433" cy="1172591"/>
        </a:xfrm>
        <a:prstGeom prst="ellipse">
          <a:avLst/>
        </a:prstGeom>
        <a:solidFill>
          <a:schemeClr val="accent1">
            <a:tint val="50000"/>
            <a:alpha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53BEB1-F1B0-4471-9842-CD5AA6057D87}">
      <dsp:nvSpPr>
        <dsp:cNvPr id="0" name=""/>
        <dsp:cNvSpPr/>
      </dsp:nvSpPr>
      <dsp:spPr>
        <a:xfrm>
          <a:off x="3764607" y="3041407"/>
          <a:ext cx="654347" cy="418782"/>
        </a:xfrm>
        <a:prstGeom prst="downArrow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B02D1F6B-F0F8-4CDA-94E3-6586D70F350F}">
      <dsp:nvSpPr>
        <dsp:cNvPr id="0" name=""/>
        <dsp:cNvSpPr/>
      </dsp:nvSpPr>
      <dsp:spPr>
        <a:xfrm>
          <a:off x="2521346" y="3376433"/>
          <a:ext cx="3140868" cy="7852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smtClean="0"/>
            <a:t>Discuss how the product or service can be used by different groups, giving real user examples where possible</a:t>
          </a:r>
          <a:endParaRPr lang="en-US" sz="1100" kern="1200" dirty="0"/>
        </a:p>
      </dsp:txBody>
      <dsp:txXfrm>
        <a:off x="2521346" y="3376433"/>
        <a:ext cx="3140868" cy="785217"/>
      </dsp:txXfrm>
    </dsp:sp>
    <dsp:sp modelId="{01DEDD22-553A-454C-8CB4-8BDE2171A8D5}">
      <dsp:nvSpPr>
        <dsp:cNvPr id="0" name=""/>
        <dsp:cNvSpPr/>
      </dsp:nvSpPr>
      <dsp:spPr>
        <a:xfrm>
          <a:off x="3625885" y="1433283"/>
          <a:ext cx="1177825" cy="117782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Example</a:t>
          </a:r>
          <a:endParaRPr lang="en-US" sz="1500" kern="1200" dirty="0"/>
        </a:p>
      </dsp:txBody>
      <dsp:txXfrm>
        <a:off x="3798373" y="1605771"/>
        <a:ext cx="832849" cy="832849"/>
      </dsp:txXfrm>
    </dsp:sp>
    <dsp:sp modelId="{2FB823A9-59DD-41A2-BA60-E7A37DDB037D}">
      <dsp:nvSpPr>
        <dsp:cNvPr id="0" name=""/>
        <dsp:cNvSpPr/>
      </dsp:nvSpPr>
      <dsp:spPr>
        <a:xfrm>
          <a:off x="2783085" y="549652"/>
          <a:ext cx="1177825" cy="117782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Example</a:t>
          </a:r>
          <a:endParaRPr lang="en-US" sz="1500" kern="1200" dirty="0"/>
        </a:p>
      </dsp:txBody>
      <dsp:txXfrm>
        <a:off x="2955573" y="722140"/>
        <a:ext cx="832849" cy="832849"/>
      </dsp:txXfrm>
    </dsp:sp>
    <dsp:sp modelId="{51FD6B82-684A-43EE-BA07-CF6B818CBE56}">
      <dsp:nvSpPr>
        <dsp:cNvPr id="0" name=""/>
        <dsp:cNvSpPr/>
      </dsp:nvSpPr>
      <dsp:spPr>
        <a:xfrm>
          <a:off x="3987085" y="264879"/>
          <a:ext cx="1177825" cy="1177825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smtClean="0"/>
            <a:t>Example</a:t>
          </a:r>
          <a:endParaRPr lang="en-US" sz="1500" kern="1200"/>
        </a:p>
      </dsp:txBody>
      <dsp:txXfrm>
        <a:off x="4159573" y="437367"/>
        <a:ext cx="832849" cy="832849"/>
      </dsp:txXfrm>
    </dsp:sp>
    <dsp:sp modelId="{AD25BB71-AE7C-42E4-8118-B058EDBDB51C}">
      <dsp:nvSpPr>
        <dsp:cNvPr id="0" name=""/>
        <dsp:cNvSpPr/>
      </dsp:nvSpPr>
      <dsp:spPr>
        <a:xfrm>
          <a:off x="2259607" y="26173"/>
          <a:ext cx="3664346" cy="2931477"/>
        </a:xfrm>
        <a:prstGeom prst="funnel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069EA0-1B6C-4C34-9BDB-E1ED6F9133AA}">
      <dsp:nvSpPr>
        <dsp:cNvPr id="0" name=""/>
        <dsp:cNvSpPr/>
      </dsp:nvSpPr>
      <dsp:spPr>
        <a:xfrm>
          <a:off x="6142" y="1215677"/>
          <a:ext cx="4391175" cy="175647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23096" rIns="26670" bIns="23096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For products, give relevant technical specifications, using as many slides as necessary</a:t>
          </a:r>
          <a:endParaRPr lang="en-US" sz="2000" kern="1200" dirty="0"/>
        </a:p>
      </dsp:txBody>
      <dsp:txXfrm>
        <a:off x="884377" y="1215677"/>
        <a:ext cx="2634705" cy="1756470"/>
      </dsp:txXfrm>
    </dsp:sp>
    <dsp:sp modelId="{2E17CB32-83F2-4445-8CD8-883CCE2738C6}">
      <dsp:nvSpPr>
        <dsp:cNvPr id="0" name=""/>
        <dsp:cNvSpPr/>
      </dsp:nvSpPr>
      <dsp:spPr>
        <a:xfrm>
          <a:off x="3781952" y="1215677"/>
          <a:ext cx="4395467" cy="1756470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0010" tIns="23096" rIns="26670" bIns="23096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For services, detail the items and conditions under which the service is offered</a:t>
          </a:r>
          <a:endParaRPr lang="en-US" sz="2000" kern="1200" dirty="0"/>
        </a:p>
      </dsp:txBody>
      <dsp:txXfrm>
        <a:off x="4660187" y="1215677"/>
        <a:ext cx="2638997" cy="175647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0BA1B3-864A-4094-A1EB-BE104C105375}">
      <dsp:nvSpPr>
        <dsp:cNvPr id="0" name=""/>
        <dsp:cNvSpPr/>
      </dsp:nvSpPr>
      <dsp:spPr>
        <a:xfrm>
          <a:off x="0" y="0"/>
          <a:ext cx="8183562" cy="13086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27000" rIns="113792" bIns="12700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Detail the product models available and list specific prices for each model and additional options</a:t>
          </a:r>
          <a:endParaRPr lang="en-US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Model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Price</a:t>
          </a:r>
          <a:endParaRPr lang="en-US" sz="1200" kern="1200" dirty="0"/>
        </a:p>
      </dsp:txBody>
      <dsp:txXfrm>
        <a:off x="1767581" y="0"/>
        <a:ext cx="5728493" cy="1308695"/>
      </dsp:txXfrm>
    </dsp:sp>
    <dsp:sp modelId="{A00F4661-E89F-4303-85BA-4DF8943FFAF6}">
      <dsp:nvSpPr>
        <dsp:cNvPr id="0" name=""/>
        <dsp:cNvSpPr/>
      </dsp:nvSpPr>
      <dsp:spPr>
        <a:xfrm>
          <a:off x="130869" y="130869"/>
          <a:ext cx="1636712" cy="1046956"/>
        </a:xfrm>
        <a:prstGeom prst="round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ED3CAE9F-9BA5-4417-8E04-D6DC8D037D63}">
      <dsp:nvSpPr>
        <dsp:cNvPr id="0" name=""/>
        <dsp:cNvSpPr/>
      </dsp:nvSpPr>
      <dsp:spPr>
        <a:xfrm>
          <a:off x="0" y="1439564"/>
          <a:ext cx="8183562" cy="13086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27000" rIns="113792" bIns="12700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Detail the product models available and list specific prices for each model and additional options</a:t>
          </a:r>
          <a:endParaRPr lang="en-US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Model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Price</a:t>
          </a:r>
          <a:endParaRPr lang="en-US" sz="1200" kern="1200" dirty="0"/>
        </a:p>
      </dsp:txBody>
      <dsp:txXfrm>
        <a:off x="1767581" y="1439564"/>
        <a:ext cx="5728493" cy="1308695"/>
      </dsp:txXfrm>
    </dsp:sp>
    <dsp:sp modelId="{6443A8E1-54BA-4ED5-B2B0-31AE9653C854}">
      <dsp:nvSpPr>
        <dsp:cNvPr id="0" name=""/>
        <dsp:cNvSpPr/>
      </dsp:nvSpPr>
      <dsp:spPr>
        <a:xfrm>
          <a:off x="130869" y="1570434"/>
          <a:ext cx="1636712" cy="1046956"/>
        </a:xfrm>
        <a:prstGeom prst="round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E2A0C760-2FC2-4B8F-B245-C561B7CA9AFE}">
      <dsp:nvSpPr>
        <dsp:cNvPr id="0" name=""/>
        <dsp:cNvSpPr/>
      </dsp:nvSpPr>
      <dsp:spPr>
        <a:xfrm>
          <a:off x="0" y="2879129"/>
          <a:ext cx="8183562" cy="130869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27000" rIns="113792" bIns="12700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600" kern="1200" dirty="0" smtClean="0"/>
            <a:t>Detail the product models available and list specific prices for each model and additional options</a:t>
          </a:r>
          <a:endParaRPr lang="en-US" sz="16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Model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n-US" sz="1200" kern="1200" dirty="0" smtClean="0"/>
            <a:t>Price</a:t>
          </a:r>
          <a:endParaRPr lang="en-US" sz="1200" kern="1200" dirty="0"/>
        </a:p>
      </dsp:txBody>
      <dsp:txXfrm>
        <a:off x="1767581" y="2879129"/>
        <a:ext cx="5728493" cy="1308695"/>
      </dsp:txXfrm>
    </dsp:sp>
    <dsp:sp modelId="{04F4DB84-4462-4CC1-99BE-BD3D4342C5BD}">
      <dsp:nvSpPr>
        <dsp:cNvPr id="0" name=""/>
        <dsp:cNvSpPr/>
      </dsp:nvSpPr>
      <dsp:spPr>
        <a:xfrm>
          <a:off x="130869" y="3009999"/>
          <a:ext cx="1636712" cy="1046956"/>
        </a:xfrm>
        <a:prstGeom prst="roundRect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11758A2-9CB5-4D0E-83F4-7D323FDBADD3}">
      <dsp:nvSpPr>
        <dsp:cNvPr id="0" name=""/>
        <dsp:cNvSpPr/>
      </dsp:nvSpPr>
      <dsp:spPr>
        <a:xfrm>
          <a:off x="613767" y="0"/>
          <a:ext cx="6956027" cy="4187825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7578C1-FE4B-430C-AFA0-3F0B3DF520DC}">
      <dsp:nvSpPr>
        <dsp:cNvPr id="0" name=""/>
        <dsp:cNvSpPr/>
      </dsp:nvSpPr>
      <dsp:spPr>
        <a:xfrm>
          <a:off x="99" y="1256347"/>
          <a:ext cx="3991884" cy="167513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smtClean="0"/>
            <a:t>List availability dates</a:t>
          </a:r>
          <a:endParaRPr lang="en-US" sz="2300" kern="1200"/>
        </a:p>
      </dsp:txBody>
      <dsp:txXfrm>
        <a:off x="81872" y="1338120"/>
        <a:ext cx="3828338" cy="1511584"/>
      </dsp:txXfrm>
    </dsp:sp>
    <dsp:sp modelId="{8B38ED86-3238-4E50-8BA1-1631127DDB90}">
      <dsp:nvSpPr>
        <dsp:cNvPr id="0" name=""/>
        <dsp:cNvSpPr/>
      </dsp:nvSpPr>
      <dsp:spPr>
        <a:xfrm>
          <a:off x="4191578" y="1256347"/>
          <a:ext cx="3991884" cy="167513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65500" dist="38100" dir="5400000" rotWithShape="0">
            <a:srgbClr val="000000">
              <a:alpha val="4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63576" tIns="163576" rIns="163576" bIns="163576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Describe where product can be purchased or where to direct orders</a:t>
          </a:r>
          <a:endParaRPr lang="en-US" sz="2300" kern="1200" dirty="0"/>
        </a:p>
      </dsp:txBody>
      <dsp:txXfrm>
        <a:off x="4273351" y="1338120"/>
        <a:ext cx="3828338" cy="15115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#1" minVer="12.0">
  <dgm:title val=""/>
  <dgm:desc val=""/>
  <dgm:catLst>
    <dgm:cat type="process" pri="1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constrLst>
      <dgm:constr type="w" for="ch" ptType="node" refType="w"/>
      <dgm:constr type="w" for="ch" ptType="sibTrans" refType="w" refFor="ch" refPtType="node" op="equ" fact="0.4"/>
      <dgm:constr type="h" for="ch" ptType="sibTrans" op="equ"/>
      <dgm:constr type="primFontSz" for="des" forName="connectorText" op="equ"/>
      <dgm:constr type="h" for="ch" ptType="node" op="equ"/>
      <dgm:constr type="primFontSz" for="ch" ptType="node" op="equ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05"/>
          </dgm:adjLst>
        </dgm:shape>
        <dgm:presOf axis="desOrSelf" ptType="node"/>
        <dgm:constrLst>
          <dgm:constr type="h" refType="w" fact="0.6"/>
          <dgm:constr type="primFontSz" val="100"/>
        </dgm:constrLst>
        <dgm:ruleLst>
          <dgm:rule type="primFontSz" val="36" fact="NaN" max="NaN"/>
          <dgm:rule type="h" val="NaN" fact="0.75" max="NaN"/>
          <dgm:rule type="primFontSz" val="2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constrLst>
            <dgm:constr type="w" val="25"/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constrLst>
              <dgm:constr type="primFontSz" val="18"/>
              <dgm:constr type="lMarg"/>
              <dgm:constr type="rMarg"/>
              <dgm:constr type="tMarg"/>
              <dgm:constr type="bMarg"/>
            </dgm:constrLst>
            <dgm:ruleLst>
              <dgm:rule type="primFontSz" val="2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#10" minVer="12.0">
  <dgm:title val=""/>
  <dgm:desc val=""/>
  <dgm:catLst>
    <dgm:cat type="process" pri="94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100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w" for="ch" forName="text" refType="w" fact="0.7"/>
              <dgm:constr type="l" for="ch" forName="text" refType="r" refFor="ch" refForName="img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w" for="ch" forName="text" refType="w" fact="0.7"/>
              <dgm:constr type="l" for="ch" forName="text" refType="w" fact="0.02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/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/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val="10"/>
            <dgm:constr type="bMarg" val="10"/>
          </dgm:constrLst>
          <dgm:ruleLst>
            <dgm:rule type="primFontSz" val="36" fact="NaN" max="NaN"/>
            <dgm:rule type="primFontSz" val="2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funnel1#1" minVer="12.0">
  <dgm:title val=""/>
  <dgm:desc val=""/>
  <dgm:catLst>
    <dgm:cat type="relationship" pri="5000"/>
  </dgm:catLst>
  <dgm:sampData>
    <dgm:dataModel>
      <dgm:ptLst>
        <dgm:pt modelId="0" type="doc">
          <dgm:prSet phldr="1"/>
        </dgm:pt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4"/>
    </dgm:varLst>
    <dgm:alg type="composite">
      <dgm:param type="ar" val="1.25"/>
    </dgm:alg>
    <dgm:presOf/>
    <dgm:shape xmlns:r="http://schemas.openxmlformats.org/officeDocument/2006/relationships" r:blip="">
      <dgm:adjLst/>
    </dgm:shape>
    <dgm:choose name="Name1">
      <dgm:if name="Name2" axis="ch" ptType="node" func="cnt" op="equ" val="2">
        <dgm:constrLst>
          <dgm:constr type="w" for="ch" forName="ellipse" refType="w" fact="0.645"/>
          <dgm:constr type="h" for="ch" forName="ellipse" refType="h" fact="0.28"/>
          <dgm:constr type="t" for="ch" forName="ellipse" refType="w" fact="0.0275"/>
          <dgm:constr type="l" for="ch" forName="ellipse" refType="w" fact="0.0265"/>
          <dgm:constr type="w" for="ch" forName="arrow1" refType="w" fact="0.125"/>
          <dgm:constr type="h" for="ch" forName="arrow1" refType="h" fact="0.1"/>
          <dgm:constr type="t" for="ch" forName="arrow1" refType="h" fact="0.72"/>
          <dgm:constr type="l" for="ch" forName="arrow1" refType="w" fact="0.2875"/>
          <dgm:constr type="w" for="ch" forName="rectangle" refType="w" fact="0.6"/>
          <dgm:constr type="h" for="ch" forName="rectangle" refType="w" refFor="ch" refForName="rectangle" fact="0.25"/>
          <dgm:constr type="t" for="ch" forName="rectangle" refType="h" fact="0.8"/>
          <dgm:constr type="l" for="ch" forName="rectangle" refType="w" fact="0.05"/>
          <dgm:constr type="w" for="ch" forName="item1" refType="w" fact="0.35"/>
          <dgm:constr type="h" for="ch" forName="item1" refType="w" fact="0.35"/>
          <dgm:constr type="t" for="ch" forName="item1" refType="h" fact="0.05"/>
          <dgm:constr type="l" for="ch" forName="item1" refType="w" fact="0.125"/>
          <dgm:constr type="primFontSz" for="ch" forName="item1" op="equ" val="36"/>
          <dgm:constr type="w" for="ch" forName="funnel" refType="w" fact="0.7"/>
          <dgm:constr type="h" for="ch" forName="funnel" refType="h" fact="0.7"/>
          <dgm:constr type="t" for="ch" forName="funnel"/>
          <dgm:constr type="l" for="ch" forName="funnel"/>
        </dgm:constrLst>
      </dgm:if>
      <dgm:else name="Name3">
        <dgm:constrLst>
          <dgm:constr type="w" for="ch" forName="ellipse" refType="w" fact="0.645"/>
          <dgm:constr type="h" for="ch" forName="ellipse" refType="h" fact="0.28"/>
          <dgm:constr type="t" for="ch" forName="ellipse" refType="w" fact="0.0275"/>
          <dgm:constr type="l" for="ch" forName="ellipse" refType="w" fact="0.0265"/>
          <dgm:constr type="w" for="ch" forName="arrow1" refType="w" fact="0.125"/>
          <dgm:constr type="h" for="ch" forName="arrow1" refType="h" fact="0.1"/>
          <dgm:constr type="t" for="ch" forName="arrow1" refType="h" fact="0.72"/>
          <dgm:constr type="l" for="ch" forName="arrow1" refType="w" fact="0.2875"/>
          <dgm:constr type="w" for="ch" forName="rectangle" refType="w" fact="0.6"/>
          <dgm:constr type="h" for="ch" forName="rectangle" refType="w" refFor="ch" refForName="rectangle" fact="0.25"/>
          <dgm:constr type="t" for="ch" forName="rectangle" refType="h" fact="0.8"/>
          <dgm:constr type="l" for="ch" forName="rectangle" refType="w" fact="0.05"/>
          <dgm:constr type="primFontSz" for="ch" forName="rectangle" val="36"/>
          <dgm:constr type="w" for="ch" forName="item1" refType="w" fact="0.225"/>
          <dgm:constr type="h" for="ch" forName="item1" refType="w" fact="0.225"/>
          <dgm:constr type="t" for="ch" forName="item1" refType="h" fact="0.336"/>
          <dgm:constr type="l" for="ch" forName="item1" refType="w" fact="0.261"/>
          <dgm:constr type="primFontSz" for="ch" forName="item1" val="36"/>
          <dgm:constr type="w" for="ch" forName="item2" refType="w" fact="0.225"/>
          <dgm:constr type="h" for="ch" forName="item2" refType="w" fact="0.225"/>
          <dgm:constr type="t" for="ch" forName="item2" refType="h" fact="0.125"/>
          <dgm:constr type="l" for="ch" forName="item2" refType="w" fact="0.1"/>
          <dgm:constr type="primFontSz" for="ch" forName="item2" refType="primFontSz" refFor="ch" refForName="item1" op="equ"/>
          <dgm:constr type="w" for="ch" forName="item3" refType="w" fact="0.225"/>
          <dgm:constr type="h" for="ch" forName="item3" refType="w" fact="0.225"/>
          <dgm:constr type="t" for="ch" forName="item3" refType="h" fact="0.057"/>
          <dgm:constr type="l" for="ch" forName="item3" refType="w" fact="0.33"/>
          <dgm:constr type="primFontSz" for="ch" forName="item3" refType="primFontSz" refFor="ch" refForName="item1" op="equ"/>
          <dgm:constr type="w" for="ch" forName="funnel" refType="w" fact="0.7"/>
          <dgm:constr type="h" for="ch" forName="funnel" refType="h" fact="0.7"/>
          <dgm:constr type="t" for="ch" forName="funnel"/>
          <dgm:constr type="l" for="ch" forName="funnel"/>
        </dgm:constrLst>
      </dgm:else>
    </dgm:choose>
    <dgm:choose name="Name4">
      <dgm:if name="Name5" axis="ch" ptType="node" func="cnt" op="gte" val="1">
        <dgm:layoutNode name="ellipse" styleLbl="trBgShp">
          <dgm:alg type="sp"/>
          <dgm:shape xmlns:r="http://schemas.openxmlformats.org/officeDocument/2006/relationships" type="ellipse" r:blip="">
            <dgm:adjLst/>
          </dgm:shape>
          <dgm:presOf/>
        </dgm:layoutNode>
        <dgm:layoutNode name="arrow1" styleLbl="fgShp">
          <dgm:alg type="sp"/>
          <dgm:shape xmlns:r="http://schemas.openxmlformats.org/officeDocument/2006/relationships" type="downArrow" r:blip="">
            <dgm:adjLst/>
          </dgm:shape>
          <dgm:presOf/>
        </dgm:layoutNode>
        <dgm:layoutNode name="rectangle" styleLbl="revTx">
          <dgm:varLst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choose name="Name6">
            <dgm:if name="Name7" axis="ch" ptType="node" func="cnt" op="equ" val="1">
              <dgm:presOf axis="ch desOrSelf" ptType="node node" st="1 1" cnt="1 0"/>
            </dgm:if>
            <dgm:if name="Name8" axis="ch" ptType="node" func="cnt" op="equ" val="2">
              <dgm:presOf axis="ch desOrSelf" ptType="node node" st="2 1" cnt="1 0"/>
            </dgm:if>
            <dgm:if name="Name9" axis="ch" ptType="node" func="cnt" op="equ" val="3">
              <dgm:presOf axis="ch desOrSelf" ptType="node node" st="3 1" cnt="1 0"/>
            </dgm:if>
            <dgm:else name="Name10">
              <dgm:presOf axis="ch desOrSelf" ptType="node node" st="4 1" cnt="1 0"/>
            </dgm:else>
          </dgm:choose>
          <dgm:ruleLst>
            <dgm:rule type="primFontSz" val="2" fact="NaN" max="NaN"/>
          </dgm:ruleLst>
        </dgm:layoutNode>
        <dgm:forEach name="Name11" axis="ch" ptType="node" st="2" cnt="1">
          <dgm:layoutNode name="item1" styleLbl="node1">
            <dgm:varLst>
              <dgm:bulletEnabled val="1"/>
            </dgm:varLst>
            <dgm:alg type="tx"/>
            <dgm:shape xmlns:r="http://schemas.openxmlformats.org/officeDocument/2006/relationships" type="ellipse" r:blip="">
              <dgm:adjLst/>
            </dgm:shape>
            <dgm:choose name="Name12">
              <dgm:if name="Name13" axis="root ch" ptType="all node" func="cnt" op="equ" val="1">
                <dgm:presOf/>
              </dgm:if>
              <dgm:if name="Name14" axis="root ch" ptType="all node" func="cnt" op="equ" val="2">
                <dgm:presOf axis="root ch desOrSelf" ptType="all node node" st="1 1 1" cnt="0 1 0"/>
              </dgm:if>
              <dgm:if name="Name15" axis="root ch" ptType="all node" func="cnt" op="equ" val="3">
                <dgm:presOf axis="root ch desOrSelf" ptType="all node node" st="1 2 1" cnt="0 1 0"/>
              </dgm:if>
              <dgm:else name="Name16">
                <dgm:presOf axis="root ch desOrSelf" ptType="all node node" st="1 3 1" cnt="0 1 0"/>
              </dgm:else>
            </dgm:choose>
            <dgm:constrLst>
              <dgm:constr type="tMarg"/>
              <dgm:constr type="bMarg"/>
              <dgm:constr type="lMarg"/>
              <dgm:constr type="rMarg"/>
            </dgm:constrLst>
            <dgm:ruleLst>
              <dgm:rule type="primFontSz" val="2" fact="NaN" max="NaN"/>
            </dgm:ruleLst>
          </dgm:layoutNode>
        </dgm:forEach>
        <dgm:forEach name="Name17" axis="ch" ptType="node" st="3" cnt="1">
          <dgm:layoutNode name="item2" styleLbl="node1">
            <dgm:varLst>
              <dgm:bulletEnabled val="1"/>
            </dgm:varLst>
            <dgm:alg type="tx"/>
            <dgm:shape xmlns:r="http://schemas.openxmlformats.org/officeDocument/2006/relationships" type="ellipse" r:blip="">
              <dgm:adjLst/>
            </dgm:shape>
            <dgm:choose name="Name18">
              <dgm:if name="Name19" axis="root ch" ptType="all node" func="cnt" op="equ" val="1">
                <dgm:presOf/>
              </dgm:if>
              <dgm:if name="Name20" axis="root ch" ptType="all node" func="cnt" op="equ" val="2">
                <dgm:presOf/>
              </dgm:if>
              <dgm:if name="Name21" axis="root ch" ptType="all node" func="cnt" op="equ" val="3">
                <dgm:presOf axis="root ch desOrSelf" ptType="all node node" st="1 1 1" cnt="0 1 0"/>
              </dgm:if>
              <dgm:else name="Name22">
                <dgm:presOf axis="root ch desOrSelf" ptType="all node node" st="1 2 1" cnt="0 1 0"/>
              </dgm:else>
            </dgm:choose>
            <dgm:constrLst>
              <dgm:constr type="tMarg"/>
              <dgm:constr type="bMarg"/>
              <dgm:constr type="lMarg"/>
              <dgm:constr type="rMarg"/>
            </dgm:constrLst>
            <dgm:ruleLst>
              <dgm:rule type="primFontSz" val="2" fact="NaN" max="NaN"/>
            </dgm:ruleLst>
          </dgm:layoutNode>
        </dgm:forEach>
        <dgm:forEach name="Name23" axis="ch" ptType="node" st="4" cnt="1">
          <dgm:layoutNode name="item3" styleLbl="node1">
            <dgm:varLst>
              <dgm:bulletEnabled val="1"/>
            </dgm:varLst>
            <dgm:alg type="tx"/>
            <dgm:shape xmlns:r="http://schemas.openxmlformats.org/officeDocument/2006/relationships" type="ellipse" r:blip="">
              <dgm:adjLst/>
            </dgm:shape>
            <dgm:choose name="Name24">
              <dgm:if name="Name25" axis="root ch" ptType="all node" func="cnt" op="equ" val="1">
                <dgm:presOf/>
              </dgm:if>
              <dgm:if name="Name26" axis="root ch" ptType="all node" func="cnt" op="equ" val="2">
                <dgm:presOf/>
              </dgm:if>
              <dgm:if name="Name27" axis="root ch" ptType="all node" func="cnt" op="equ" val="3">
                <dgm:presOf/>
              </dgm:if>
              <dgm:else name="Name28">
                <dgm:presOf axis="root ch desOrSelf" ptType="all node node" st="1 1 1" cnt="0 1 0"/>
              </dgm:else>
            </dgm:choose>
            <dgm:constrLst>
              <dgm:constr type="tMarg"/>
              <dgm:constr type="bMarg"/>
              <dgm:constr type="lMarg"/>
              <dgm:constr type="rMarg"/>
            </dgm:constrLst>
            <dgm:ruleLst>
              <dgm:rule type="primFontSz" val="2" fact="NaN" max="NaN"/>
            </dgm:ruleLst>
          </dgm:layoutNode>
        </dgm:forEach>
        <dgm:layoutNode name="funnel" styleLbl="trAlignAcc1">
          <dgm:alg type="sp"/>
          <dgm:shape xmlns:r="http://schemas.openxmlformats.org/officeDocument/2006/relationships" type="funnel" r:blip="">
            <dgm:adjLst/>
          </dgm:shape>
          <dgm:presOf/>
        </dgm:layoutNode>
      </dgm:if>
      <dgm:else name="Name29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1#1" minVer="12.0">
  <dgm:title val=""/>
  <dgm:desc val=""/>
  <dgm:catLst>
    <dgm:cat type="process" pri="3000"/>
    <dgm:cat type="convert" pri="1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linDir" val="fromR"/>
          <dgm:param type="fallback" val="2D"/>
        </dgm:alg>
      </dgm:else>
    </dgm:choose>
    <dgm:shape xmlns:r="http://schemas.openxmlformats.org/officeDocument/2006/relationships" r:blip="">
      <dgm:adjLst/>
    </dgm:shape>
    <dgm:constrLst>
      <dgm:constr type="w" for="ch" forName="parentChildGroup" refType="w"/>
      <dgm:constr type="w" for="des" forName="parent" refType="w" refFor="ch" refForName="parentChildGroup"/>
      <dgm:constr type="h" for="des" forName="parent" refType="w" refFor="des" refForName="parent" op="equ" fact="0.4"/>
      <dgm:constr type="w" for="des" forName="parent" op="equ"/>
      <dgm:constr type="h" for="des" forName="parent" op="equ"/>
      <dgm:constr type="w" for="des" forName="child" refType="w" refFor="des" refForName="parent" op="equ" fact="0.86"/>
      <dgm:constr type="w" for="des" forName="child" op="equ"/>
      <dgm:constr type="h" for="des" forName="child" op="equ"/>
      <dgm:constr type="w" for="des" forName="spacing" refType="h" refFor="des" refForName="parent" op="equ" fact="-0.35"/>
      <dgm:constr type="tMarg" for="des" forName="parent" refType="h" refFor="des" refForName="parent" fact="0.02"/>
      <dgm:constr type="bMarg" for="des" forName="parent" refType="tMarg" refFor="des" refForName="parent"/>
      <dgm:constr type="tMarg" for="des" forName="child" refType="h" refFor="des" refForName="parent" fact="0.3"/>
      <dgm:constr type="primFontSz" for="des" forName="parent" op="equ"/>
      <dgm:constr type="primFontSz" for="des" forName="child" op="equ"/>
      <dgm:constr type="secFontSz" for="des" forName="child" refType="primFontSz" refFor="des" refForName="parent" op="lte"/>
      <dgm:constr type="primFontSz" for="des" forName="parent" refType="secFontSz" refFor="des" refForName="child" op="lte" fact="2"/>
    </dgm:constrLst>
    <dgm:ruleLst/>
    <dgm:forEach name="Name4" axis="ch" ptType="node">
      <dgm:layoutNode name="parentChildGroup">
        <dgm:choose name="Name5">
          <dgm:if name="Name6" func="var" arg="dir" op="equ" val="norm">
            <dgm:alg type="lin">
              <dgm:param type="linDir" val="fromT"/>
              <dgm:param type="nodeHorzAlign" val="l"/>
            </dgm:alg>
          </dgm:if>
          <dgm:else name="Name7">
            <dgm:alg type="lin">
              <dgm:param type="linDir" val="fromT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layoutNode name="parent">
          <dgm:alg type="tx"/>
          <dgm:varLst>
            <dgm:chMax val="1"/>
            <dgm:bulletEnabled val="1"/>
          </dgm:varLst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</dgm:if>
            <dgm:else name="Name10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1">
            <dgm:if name="Name12" func="var" arg="dir" op="equ" val="norm">
              <dgm:constrLst>
                <dgm:constr type="primFontSz" val="100"/>
                <dgm:constr type="rMarg" refType="primFontSz" fact="0.105"/>
                <dgm:constr type="lMarg" refType="primFontSz" fact="0.315"/>
              </dgm:constrLst>
            </dgm:if>
            <dgm:else name="Name13">
              <dgm:constrLst>
                <dgm:constr type="primFontSz" val="100"/>
                <dgm:constr type="lMarg" refType="primFontSz" fact="0.105"/>
                <dgm:constr type="rMarg" refType="primFontSz" fact="0.315"/>
              </dgm:constrLst>
            </dgm:else>
          </dgm:choose>
          <dgm:ruleLst>
            <dgm:rule type="primFontSz" val="2" fact="NaN" max="NaN"/>
          </dgm:ruleLst>
        </dgm:layoutNode>
        <dgm:choose name="Name14">
          <dgm:if name="Name15" axis="par des" func="maxDepth" op="gte" val="2">
            <dgm:layoutNode name="child" styleLbl="revTx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w" fact="0.05"/>
                <dgm:constr type="rMarg" refType="w" fact="0.15"/>
                <dgm:constr type="bMarg"/>
                <dgm:constr type="secFontSz" val="100"/>
              </dgm:constrLst>
              <dgm:ruleLst>
                <dgm:rule type="h" val="INF" fact="NaN" max="NaN"/>
                <dgm:rule type="secFontSz" val="2" fact="NaN" max="NaN"/>
              </dgm:ruleLst>
            </dgm:layoutNode>
          </dgm:if>
          <dgm:else name="Name16"/>
        </dgm:choose>
      </dgm:layoutNode>
      <dgm:forEach name="Name1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4#11" minVer="12.0">
  <dgm:title val=""/>
  <dgm:desc val=""/>
  <dgm:catLst>
    <dgm:cat type="process" pri="94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100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w" for="ch" forName="text" refType="w" fact="0.7"/>
              <dgm:constr type="l" for="ch" forName="text" refType="r" refFor="ch" refForName="img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w" for="ch" forName="text" refType="w" fact="0.7"/>
              <dgm:constr type="l" for="ch" forName="text" refType="w" fact="0.02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/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/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val="10"/>
            <dgm:constr type="bMarg" val="10"/>
          </dgm:constrLst>
          <dgm:ruleLst>
            <dgm:rule type="primFontSz" val="36" fact="NaN" max="NaN"/>
            <dgm:rule type="primFontSz" val="2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9#1" minVer="12.0">
  <dgm:title val=""/>
  <dgm:desc val=""/>
  <dgm:catLst>
    <dgm:cat type="process" pri="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constrLst>
      <dgm:constr type="w" val="INF"/>
      <dgm:constr type="h" val="INF"/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presOf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100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</dgm:constrLst>
          <dgm:ruleLst>
            <dgm:rule type="w" val="NaN" fact="1" max="NaN"/>
            <dgm:rule type="primFontSz" val="2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#4">
  <dgm:title val="Simple 2"/>
  <dgm:desc val="Simple 2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#5">
  <dgm:title val="Simple 2"/>
  <dgm:desc val="Simple 2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#7">
  <dgm:title val="Simple 2"/>
  <dgm:desc val="Simple 2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#9">
  <dgm:title val="Simple 2"/>
  <dgm:desc val="Simple 2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#10">
  <dgm:title val="Simple 2"/>
  <dgm:desc val="Simple 2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2#12">
  <dgm:title val="Simple 2"/>
  <dgm:desc val="Simple 2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963744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3739F75B-3842-4986-B379-A25F65D2E2D9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963744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75F11ED1-D598-4A47-B7BF-1BC22F958D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99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963744" y="0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77925" y="696913"/>
            <a:ext cx="4641850" cy="3481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anchor="ctr"/>
          <a:lstStyle/>
          <a:p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99770" y="4409758"/>
            <a:ext cx="5598160" cy="4177665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/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963744" y="8817904"/>
            <a:ext cx="3032337" cy="464185"/>
          </a:xfrm>
          <a:prstGeom prst="rect">
            <a:avLst/>
          </a:prstGeom>
        </p:spPr>
        <p:txBody>
          <a:bodyPr vert="horz"/>
          <a:lstStyle/>
          <a:p>
            <a:fld id="{BE1686F5-D9B0-4B87-9E68-28AD15F2A4F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54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rtl="0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66387FC-CCBE-45D6-8023-B2729909DF51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686F5-D9B0-4B87-9E68-28AD15F2A4F1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320045" y="6060478"/>
            <a:ext cx="8503920" cy="457200"/>
          </a:xfrm>
          <a:prstGeom prst="roundRect">
            <a:avLst>
              <a:gd name="adj" fmla="val 33334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8500" cap="rnd" cmpd="sng" algn="ctr">
            <a:solidFill>
              <a:srgbClr val="302F2C">
                <a:tint val="100000"/>
                <a:satMod val="120000"/>
                <a:alpha val="37000"/>
              </a:srgbClr>
            </a:solidFill>
            <a:prstDash val="solid"/>
          </a:ln>
          <a:effectLst>
            <a:outerShdw blurRad="76200" dist="50800" dir="5400000" algn="tl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304800" y="329184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8500" cap="rnd" cmpd="sng" algn="ctr">
            <a:solidFill>
              <a:srgbClr val="302F2C">
                <a:tint val="100000"/>
                <a:satMod val="120000"/>
                <a:alpha val="37000"/>
              </a:srgb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418596" y="434162"/>
            <a:ext cx="8306809" cy="3108960"/>
          </a:xfrm>
          <a:prstGeom prst="roundRect">
            <a:avLst>
              <a:gd name="adj" fmla="val 4578"/>
            </a:avLst>
          </a:prstGeom>
          <a:gradFill rotWithShape="1">
            <a:gsLst>
              <a:gs pos="0">
                <a:schemeClr val="bg1">
                  <a:tint val="75000"/>
                  <a:satMod val="150000"/>
                </a:schemeClr>
              </a:gs>
              <a:gs pos="55000">
                <a:schemeClr val="bg1">
                  <a:shade val="75000"/>
                  <a:satMod val="100000"/>
                </a:schemeClr>
              </a:gs>
              <a:gs pos="100000">
                <a:schemeClr val="bg1">
                  <a:shade val="35000"/>
                  <a:satMod val="100000"/>
                </a:schemeClr>
              </a:gs>
            </a:gsLst>
            <a:path path="circle">
              <a:fillToRect l="100000" t="350000" r="100000" b="100000"/>
            </a:path>
          </a:gradFill>
          <a:ln w="889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722376" y="1820206"/>
            <a:ext cx="7772400" cy="1828800"/>
          </a:xfrm>
        </p:spPr>
        <p:txBody>
          <a:bodyPr lIns="45720" rIns="45720" bIns="45720"/>
          <a:lstStyle>
            <a:lvl1pPr algn="r">
              <a:defRPr sz="4500" b="1">
                <a:solidFill>
                  <a:schemeClr val="accent1">
                    <a:tint val="88000"/>
                    <a:satMod val="150000"/>
                  </a:schemeClr>
                </a:solidFill>
                <a:effectLst>
                  <a:outerShdw blurRad="53975" dist="22860" dir="5400000" algn="tl" rotWithShape="0">
                    <a:srgbClr val="000000">
                      <a:alpha val="55000"/>
                    </a:srgbClr>
                  </a:outerShdw>
                </a:effectLst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0" name="Subtitle 19"/>
          <p:cNvSpPr>
            <a:spLocks noGrp="1"/>
          </p:cNvSpPr>
          <p:nvPr>
            <p:ph type="subTitle" idx="1"/>
          </p:nvPr>
        </p:nvSpPr>
        <p:spPr>
          <a:xfrm>
            <a:off x="722376" y="3685032"/>
            <a:ext cx="7772400" cy="914400"/>
          </a:xfrm>
        </p:spPr>
        <p:txBody>
          <a:bodyPr lIns="182880" tIns="0"/>
          <a:lstStyle>
            <a:lvl1pPr marL="36576" indent="0" algn="r">
              <a:spcBef>
                <a:spcPts val="0"/>
              </a:spcBef>
              <a:buNone/>
              <a:defRPr sz="2000">
                <a:solidFill>
                  <a:schemeClr val="bg2">
                    <a:shade val="2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19" name="Date Placeholder 1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EFA78-DE0E-433D-8CFA-D9FBF0D95DCD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F13AF2-DCC4-4842-96BC-1B9869901C3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4983480"/>
            <a:ext cx="8183880" cy="105156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530352"/>
            <a:ext cx="8183880" cy="418795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F9C6-20A9-45D8-B666-D95AD1AA535F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9E71F-78A0-4868-970E-5692D76DECF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B2161-9FCA-498A-A51E-7B90071250E8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9E71F-78A0-4868-970E-5692D76DECF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320045" y="6060478"/>
            <a:ext cx="8503920" cy="457200"/>
          </a:xfrm>
          <a:prstGeom prst="roundRect">
            <a:avLst>
              <a:gd name="adj" fmla="val 33334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8500" cap="rnd" cmpd="sng" algn="ctr">
            <a:solidFill>
              <a:srgbClr val="302F2C">
                <a:tint val="100000"/>
                <a:satMod val="120000"/>
                <a:alpha val="37000"/>
              </a:srgbClr>
            </a:solidFill>
            <a:prstDash val="solid"/>
          </a:ln>
          <a:effectLst>
            <a:outerShdw blurRad="76200" dist="50800" dir="5400000" algn="tl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304800" y="329184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8500" cap="rnd" cmpd="sng" algn="ctr">
            <a:solidFill>
              <a:srgbClr val="302F2C">
                <a:tint val="100000"/>
                <a:satMod val="120000"/>
                <a:alpha val="37000"/>
              </a:srgb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395AF-258B-4502-92DF-E211AA281B41}" type="datetime1">
              <a:rPr lang="en-US" smtClean="0"/>
              <a:pPr/>
              <a:t>6/6/2013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C9E71F-78A0-4868-970E-5692D76DECFE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 smtClean="0"/>
              <a:t>Click to edit Master title style</a:t>
            </a:r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 noProof="1" smtClean="0"/>
              <a:t>Click to edit Master text styles</a:t>
            </a:r>
          </a:p>
          <a:p>
            <a:pPr lvl="1"/>
            <a:r>
              <a:rPr lang="en-US" noProof="1" smtClean="0"/>
              <a:t>Second level</a:t>
            </a:r>
          </a:p>
          <a:p>
            <a:pPr lvl="2"/>
            <a:r>
              <a:rPr lang="en-US" noProof="1" smtClean="0"/>
              <a:t>Third level</a:t>
            </a:r>
          </a:p>
          <a:p>
            <a:pPr lvl="3"/>
            <a:r>
              <a:rPr lang="en-US" noProof="1" smtClean="0"/>
              <a:t>Fourth level</a:t>
            </a:r>
          </a:p>
          <a:p>
            <a:pPr lvl="4"/>
            <a:r>
              <a:rPr lang="en-US" noProof="1" smtClean="0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 noProof="1" smtClean="0"/>
              <a:t>Click to edit Master text styles</a:t>
            </a:r>
          </a:p>
          <a:p>
            <a:pPr lvl="1"/>
            <a:r>
              <a:rPr lang="en-US" noProof="1" smtClean="0"/>
              <a:t>Second level</a:t>
            </a:r>
          </a:p>
          <a:p>
            <a:pPr lvl="2"/>
            <a:r>
              <a:rPr lang="en-US" noProof="1" smtClean="0"/>
              <a:t>Third level</a:t>
            </a:r>
          </a:p>
          <a:p>
            <a:pPr lvl="3"/>
            <a:r>
              <a:rPr lang="en-US" noProof="1" smtClean="0"/>
              <a:t>Fourth level</a:t>
            </a:r>
          </a:p>
          <a:p>
            <a:pPr lvl="4"/>
            <a:r>
              <a:rPr lang="en-US" noProof="1" smtClean="0"/>
              <a:t>Fifth level</a:t>
            </a:r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99F1B-DCEB-4336-9EB0-63F5002A04E3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E4FA9-8002-4F92-A4B5-7AC80F760C2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 smtClean="0"/>
              <a:t>Click to edit Master title style</a:t>
            </a:r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noProof="1" smtClean="0"/>
              <a:t>Click to edit Master text styles</a:t>
            </a:r>
          </a:p>
          <a:p>
            <a:pPr lvl="1"/>
            <a:r>
              <a:rPr lang="en-US" noProof="1" smtClean="0"/>
              <a:t>Second level</a:t>
            </a:r>
          </a:p>
          <a:p>
            <a:pPr lvl="2"/>
            <a:r>
              <a:rPr lang="en-US" noProof="1" smtClean="0"/>
              <a:t>Third level</a:t>
            </a:r>
          </a:p>
          <a:p>
            <a:pPr lvl="3"/>
            <a:r>
              <a:rPr lang="en-US" noProof="1" smtClean="0"/>
              <a:t>Fourth level</a:t>
            </a:r>
          </a:p>
          <a:p>
            <a:pPr lvl="4"/>
            <a:r>
              <a:rPr lang="en-US" noProof="1" smtClean="0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99F1B-DCEB-4336-9EB0-63F5002A04E3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E4FA9-8002-4F92-A4B5-7AC80F760C2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Title and 2-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 smtClean="0"/>
              <a:t>Click to edit Master title style</a:t>
            </a:r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 noProof="1" smtClean="0"/>
              <a:t>Click to edit Master text styles</a:t>
            </a:r>
          </a:p>
          <a:p>
            <a:pPr lvl="1"/>
            <a:r>
              <a:rPr lang="en-US" noProof="1" smtClean="0"/>
              <a:t>Second level</a:t>
            </a:r>
          </a:p>
          <a:p>
            <a:pPr lvl="2"/>
            <a:r>
              <a:rPr lang="en-US" noProof="1" smtClean="0"/>
              <a:t>Third level</a:t>
            </a:r>
          </a:p>
          <a:p>
            <a:pPr lvl="3"/>
            <a:r>
              <a:rPr lang="en-US" noProof="1" smtClean="0"/>
              <a:t>Fourth level</a:t>
            </a:r>
          </a:p>
          <a:p>
            <a:pPr lvl="4"/>
            <a:r>
              <a:rPr lang="en-US" noProof="1" smtClean="0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/>
          </p:cNvSpPr>
          <p:nvPr>
            <p:ph type="body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en-US" noProof="1" smtClean="0"/>
              <a:t>Click to edit Master text styles</a:t>
            </a:r>
          </a:p>
          <a:p>
            <a:pPr lvl="1"/>
            <a:r>
              <a:rPr lang="en-US" noProof="1" smtClean="0"/>
              <a:t>Second level</a:t>
            </a:r>
          </a:p>
          <a:p>
            <a:pPr lvl="2"/>
            <a:r>
              <a:rPr lang="en-US" noProof="1" smtClean="0"/>
              <a:t>Third level</a:t>
            </a:r>
          </a:p>
          <a:p>
            <a:pPr lvl="3"/>
            <a:r>
              <a:rPr lang="en-US" noProof="1" smtClean="0"/>
              <a:t>Fourth level</a:t>
            </a:r>
          </a:p>
          <a:p>
            <a:pPr lvl="4"/>
            <a:r>
              <a:rPr lang="en-US" noProof="1" smtClean="0"/>
              <a:t>Fifth level</a:t>
            </a:r>
            <a:endParaRPr lang="en-US"/>
          </a:p>
        </p:txBody>
      </p:sp>
      <p:sp>
        <p:nvSpPr>
          <p:cNvPr id="5" name="Rectangle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99F1B-DCEB-4336-9EB0-63F5002A04E3}" type="datetimeFigureOut">
              <a:rPr lang="en-US" smtClean="0"/>
              <a:pPr/>
              <a:t>6/6/2013</a:t>
            </a:fld>
            <a:endParaRPr lang="en-US"/>
          </a:p>
        </p:txBody>
      </p:sp>
      <p:sp>
        <p:nvSpPr>
          <p:cNvPr id="6" name="Rectangle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7E4FA9-8002-4F92-A4B5-7AC80F760C21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320045" y="6060478"/>
            <a:ext cx="8503920" cy="457200"/>
          </a:xfrm>
          <a:prstGeom prst="roundRect">
            <a:avLst>
              <a:gd name="adj" fmla="val 33334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8500" cap="rnd" cmpd="sng" algn="ctr">
            <a:solidFill>
              <a:srgbClr val="302F2C">
                <a:tint val="100000"/>
                <a:satMod val="120000"/>
                <a:alpha val="37000"/>
              </a:srgbClr>
            </a:solidFill>
            <a:prstDash val="solid"/>
          </a:ln>
          <a:effectLst>
            <a:outerShdw blurRad="76200" dist="50800" dir="5400000" algn="tl">
              <a:srgbClr val="000000">
                <a:alpha val="2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304800" y="329184"/>
            <a:ext cx="8532055" cy="6196819"/>
          </a:xfrm>
          <a:prstGeom prst="roundRect">
            <a:avLst>
              <a:gd name="adj" fmla="val 2081"/>
            </a:avLst>
          </a:prstGeom>
          <a:gradFill flip="none" rotWithShape="1">
            <a:gsLst>
              <a:gs pos="0">
                <a:srgbClr val="FFFFFF">
                  <a:shade val="100000"/>
                </a:srgbClr>
              </a:gs>
              <a:gs pos="98000">
                <a:srgbClr val="FFFFFF">
                  <a:shade val="100000"/>
                </a:srgbClr>
              </a:gs>
              <a:gs pos="99055">
                <a:srgbClr val="FFFFFF">
                  <a:shade val="93000"/>
                </a:srgbClr>
              </a:gs>
              <a:gs pos="100000">
                <a:srgbClr val="FFFFFF">
                  <a:shade val="70000"/>
                </a:srgbClr>
              </a:gs>
            </a:gsLst>
            <a:lin ang="5400000" scaled="1"/>
            <a:tileRect/>
          </a:gradFill>
          <a:ln w="8500" cap="rnd" cmpd="sng" algn="ctr">
            <a:solidFill>
              <a:srgbClr val="302F2C">
                <a:tint val="100000"/>
                <a:satMod val="120000"/>
                <a:alpha val="37000"/>
              </a:srgb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418596" y="434162"/>
            <a:ext cx="8306809" cy="5486400"/>
          </a:xfrm>
          <a:prstGeom prst="roundRect">
            <a:avLst>
              <a:gd name="adj" fmla="val 2127"/>
            </a:avLst>
          </a:prstGeom>
          <a:gradFill rotWithShape="1">
            <a:gsLst>
              <a:gs pos="0">
                <a:schemeClr val="bg1">
                  <a:tint val="75000"/>
                  <a:satMod val="150000"/>
                </a:schemeClr>
              </a:gs>
              <a:gs pos="55000">
                <a:schemeClr val="bg1">
                  <a:shade val="75000"/>
                  <a:satMod val="100000"/>
                </a:schemeClr>
              </a:gs>
              <a:gs pos="100000">
                <a:schemeClr val="bg1">
                  <a:shade val="35000"/>
                  <a:satMod val="100000"/>
                </a:schemeClr>
              </a:gs>
            </a:gsLst>
            <a:path path="circle">
              <a:fillToRect l="100000" t="350000" r="100000" b="100000"/>
            </a:path>
          </a:gradFill>
          <a:ln w="889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en-US"/>
          </a:p>
        </p:txBody>
      </p:sp>
      <p:sp>
        <p:nvSpPr>
          <p:cNvPr id="13" name="Title Placeholder 12"/>
          <p:cNvSpPr>
            <a:spLocks noGrp="1"/>
          </p:cNvSpPr>
          <p:nvPr>
            <p:ph type="title"/>
          </p:nvPr>
        </p:nvSpPr>
        <p:spPr>
          <a:xfrm>
            <a:off x="502920" y="4985590"/>
            <a:ext cx="8183880" cy="105156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02920" y="530352"/>
            <a:ext cx="8183880" cy="4187952"/>
          </a:xfrm>
          <a:prstGeom prst="rect">
            <a:avLst/>
          </a:prstGeom>
        </p:spPr>
        <p:txBody>
          <a:bodyPr vert="horz" lIns="182880" tIns="9144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2"/>
          </p:nvPr>
        </p:nvSpPr>
        <p:spPr>
          <a:xfrm>
            <a:off x="3776328" y="6111875"/>
            <a:ext cx="2286000" cy="365125"/>
          </a:xfrm>
          <a:prstGeom prst="rect">
            <a:avLst/>
          </a:prstGeom>
        </p:spPr>
        <p:txBody>
          <a:bodyPr vert="horz" anchor="b"/>
          <a:lstStyle>
            <a:lvl1pPr algn="r">
              <a:defRPr sz="1000">
                <a:solidFill>
                  <a:schemeClr val="bg2">
                    <a:shade val="50000"/>
                  </a:schemeClr>
                </a:solidFill>
              </a:defRPr>
            </a:lvl1pPr>
          </a:lstStyle>
          <a:p>
            <a:pPr algn="r"/>
            <a:fld id="{1BC102A9-C1B1-4354-89E4-F43472216A4F}" type="datetime1">
              <a:rPr lang="en-US" smtClean="0"/>
              <a:pPr algn="r"/>
              <a:t>6/6/2013</a:t>
            </a:fld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3"/>
          </p:nvPr>
        </p:nvSpPr>
        <p:spPr>
          <a:xfrm>
            <a:off x="6062328" y="6111875"/>
            <a:ext cx="2286000" cy="365125"/>
          </a:xfrm>
          <a:prstGeom prst="rect">
            <a:avLst/>
          </a:prstGeom>
        </p:spPr>
        <p:txBody>
          <a:bodyPr vert="horz" anchor="b"/>
          <a:lstStyle>
            <a:lvl1pPr algn="l">
              <a:defRPr sz="1000">
                <a:solidFill>
                  <a:schemeClr val="bg2">
                    <a:shade val="50000"/>
                  </a:schemeClr>
                </a:solidFill>
              </a:defRPr>
            </a:lvl1pPr>
          </a:lstStyle>
          <a:p>
            <a:pPr algn="l"/>
            <a:endParaRPr lang="en-US" sz="1000" dirty="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348328" y="6111875"/>
            <a:ext cx="457200" cy="365125"/>
          </a:xfrm>
          <a:prstGeom prst="rect">
            <a:avLst/>
          </a:prstGeom>
        </p:spPr>
        <p:txBody>
          <a:bodyPr vert="horz" anchor="b"/>
          <a:lstStyle>
            <a:lvl1pPr algn="r">
              <a:defRPr sz="1000">
                <a:solidFill>
                  <a:schemeClr val="bg2">
                    <a:shade val="50000"/>
                  </a:schemeClr>
                </a:solidFill>
              </a:defRPr>
            </a:lvl1pPr>
          </a:lstStyle>
          <a:p>
            <a:fld id="{E7F13AF2-DCC4-4842-96BC-1B9869901C37}" type="slidenum">
              <a:rPr lang="en-US" sz="1000" smtClean="0">
                <a:solidFill>
                  <a:schemeClr val="bg2">
                    <a:shade val="50000"/>
                  </a:schemeClr>
                </a:solidFill>
              </a:rPr>
              <a:pPr/>
              <a:t>‹#›</a:t>
            </a:fld>
            <a:endParaRPr lang="en-US" sz="1000">
              <a:solidFill>
                <a:schemeClr val="bg2">
                  <a:shade val="50000"/>
                </a:scheme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</p:sldLayoutIdLst>
  <p:txStyles>
    <p:titleStyle>
      <a:lvl1pPr algn="l" rtl="0" eaLnBrk="1" latinLnBrk="0" hangingPunct="1">
        <a:spcBef>
          <a:spcPct val="0"/>
        </a:spcBef>
        <a:buNone/>
        <a:defRPr sz="3600" b="1" kern="1200">
          <a:solidFill>
            <a:schemeClr val="accent1">
              <a:tint val="88000"/>
              <a:satMod val="150000"/>
            </a:schemeClr>
          </a:solidFill>
          <a:effectLst>
            <a:outerShdw blurRad="53975" dist="22860" dir="5400000" algn="tl" rotWithShape="0">
              <a:srgbClr val="000000">
                <a:alpha val="55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65176" indent="-265176" algn="l" rtl="0" eaLnBrk="1" latinLnBrk="0" hangingPunct="1">
        <a:spcBef>
          <a:spcPts val="250"/>
        </a:spcBef>
        <a:buClr>
          <a:schemeClr val="accent1"/>
        </a:buClr>
        <a:buSzPct val="80000"/>
        <a:buFont typeface="Wingdings 2"/>
        <a:buChar char=""/>
        <a:defRPr sz="2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48640" indent="-201168" algn="l" rtl="0" eaLnBrk="1" latinLnBrk="0" hangingPunct="1">
        <a:spcBef>
          <a:spcPts val="250"/>
        </a:spcBef>
        <a:buClr>
          <a:schemeClr val="accent1"/>
        </a:buClr>
        <a:buSzPct val="100000"/>
        <a:buFont typeface="Verdana"/>
        <a:buChar char="◦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786384" indent="-182880" algn="l" rtl="0" eaLnBrk="1" latinLnBrk="0" hangingPunct="1">
        <a:spcBef>
          <a:spcPts val="250"/>
        </a:spcBef>
        <a:buClr>
          <a:schemeClr val="accent2">
            <a:tint val="85000"/>
            <a:satMod val="285000"/>
          </a:schemeClr>
        </a:buClr>
        <a:buSzPct val="100000"/>
        <a:buFont typeface="Wingdings 2"/>
        <a:buChar char="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024128" indent="-182880" algn="l" rtl="0" eaLnBrk="1" latinLnBrk="0" hangingPunct="1">
        <a:spcBef>
          <a:spcPts val="230"/>
        </a:spcBef>
        <a:buClr>
          <a:schemeClr val="accent2">
            <a:tint val="85000"/>
            <a:satMod val="285000"/>
          </a:schemeClr>
        </a:buClr>
        <a:buSzPct val="112000"/>
        <a:buFont typeface="Verdana"/>
        <a:buChar char="◦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rtl="0" eaLnBrk="1" latinLnBrk="0" hangingPunct="1">
        <a:spcBef>
          <a:spcPts val="250"/>
        </a:spcBef>
        <a:buClr>
          <a:schemeClr val="accent3">
            <a:tint val="85000"/>
            <a:satMod val="275000"/>
          </a:schemeClr>
        </a:buClr>
        <a:buSzPct val="100000"/>
        <a:buFont typeface="Wingdings 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490472" indent="-182880" algn="l" rtl="0" eaLnBrk="1" latinLnBrk="0" hangingPunct="1">
        <a:spcBef>
          <a:spcPts val="250"/>
        </a:spcBef>
        <a:buClr>
          <a:schemeClr val="accent3">
            <a:tint val="85000"/>
            <a:satMod val="275000"/>
          </a:schemeClr>
        </a:buClr>
        <a:buSzPct val="100000"/>
        <a:buFont typeface="Verdana"/>
        <a:buChar char="◦"/>
        <a:defRPr sz="17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700784" indent="-182880" algn="l" rtl="0" eaLnBrk="1" latinLnBrk="0" hangingPunct="1">
        <a:spcBef>
          <a:spcPts val="255"/>
        </a:spcBef>
        <a:buClr>
          <a:schemeClr val="accent3">
            <a:tint val="85000"/>
            <a:satMod val="275000"/>
          </a:schemeClr>
        </a:buClr>
        <a:buSzPct val="100000"/>
        <a:buFont typeface="Wingdings 2"/>
        <a:buChar char="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ts val="257"/>
        </a:spcBef>
        <a:buClr>
          <a:schemeClr val="accent3">
            <a:tint val="85000"/>
            <a:satMod val="275000"/>
          </a:schemeClr>
        </a:buClr>
        <a:buSzPct val="100000"/>
        <a:buFont typeface="Verdana"/>
        <a:buChar char="◦"/>
        <a:defRPr sz="15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148840" indent="-182880" algn="l" rtl="0" eaLnBrk="1" latinLnBrk="0" hangingPunct="1">
        <a:spcBef>
          <a:spcPts val="255"/>
        </a:spcBef>
        <a:buClr>
          <a:schemeClr val="accent3">
            <a:tint val="85000"/>
            <a:satMod val="275000"/>
          </a:schemeClr>
        </a:buClr>
        <a:buSzPct val="100000"/>
        <a:buFont typeface="Wingdings 2"/>
        <a:buChar char="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Product Name</a:t>
            </a:r>
            <a:endParaRPr lang="en-US"/>
          </a:p>
        </p:txBody>
      </p:sp>
      <p:sp>
        <p:nvSpPr>
          <p:cNvPr id="3" name="Rectang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mtClean="0"/>
              <a:t>Title of Presentation</a:t>
            </a:r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</p:nvPr>
        </p:nvGraphicFramePr>
        <p:xfrm>
          <a:off x="503238" y="530225"/>
          <a:ext cx="8183562" cy="41878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Features and Benefits</a:t>
            </a:r>
            <a:endParaRPr lang="en-US" dirty="0"/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</p:nvPr>
        </p:nvGraphicFramePr>
        <p:xfrm>
          <a:off x="503238" y="530225"/>
          <a:ext cx="8183562" cy="41878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Applications</a:t>
            </a:r>
            <a:endParaRPr lang="en-US" dirty="0"/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</p:nvPr>
        </p:nvGraphicFramePr>
        <p:xfrm>
          <a:off x="503238" y="530225"/>
          <a:ext cx="8183562" cy="41878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Specifications</a:t>
            </a:r>
            <a:endParaRPr lang="en-US" dirty="0"/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</p:nvPr>
        </p:nvGraphicFramePr>
        <p:xfrm>
          <a:off x="503238" y="530225"/>
          <a:ext cx="8183562" cy="41878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Pricing</a:t>
            </a:r>
            <a:endParaRPr lang="en-US" dirty="0"/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</p:nvPr>
        </p:nvGraphicFramePr>
        <p:xfrm>
          <a:off x="503238" y="530225"/>
          <a:ext cx="8183562" cy="41878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Availability</a:t>
            </a:r>
            <a:endParaRPr lang="en-US" dirty="0"/>
          </a:p>
        </p:txBody>
      </p:sp>
      <p:graphicFrame>
        <p:nvGraphicFramePr>
          <p:cNvPr id="4" name="Diagram 4"/>
          <p:cNvGraphicFramePr>
            <a:graphicFrameLocks noGrp="1"/>
          </p:cNvGraphicFramePr>
          <p:nvPr>
            <p:ph idx="1"/>
          </p:nvPr>
        </p:nvGraphicFramePr>
        <p:xfrm>
          <a:off x="503238" y="530225"/>
          <a:ext cx="8183562" cy="41878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roductOverviewPresentation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Aspect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A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270000"/>
              </a:schemeClr>
            </a:gs>
            <a:gs pos="25000">
              <a:schemeClr val="phClr">
                <a:tint val="60000"/>
                <a:satMod val="300000"/>
              </a:schemeClr>
            </a:gs>
            <a:gs pos="100000">
              <a:schemeClr val="phClr">
                <a:tint val="29000"/>
                <a:satMod val="40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5000"/>
                <a:satMod val="155000"/>
              </a:schemeClr>
            </a:gs>
            <a:gs pos="60000">
              <a:schemeClr val="phClr">
                <a:shade val="95000"/>
                <a:satMod val="150000"/>
              </a:schemeClr>
            </a:gs>
            <a:gs pos="100000">
              <a:schemeClr val="phClr">
                <a:tint val="87000"/>
                <a:satMod val="2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atMod val="150000"/>
            </a:schemeClr>
          </a:solidFill>
          <a:prstDash val="solid"/>
        </a:ln>
        <a:ln w="425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5500" dist="381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65500" dist="381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65500" dist="381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2000000"/>
            </a:lightRig>
          </a:scene3d>
          <a:sp3d prstMaterial="powder">
            <a:bevelT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35000"/>
                <a:satMod val="150000"/>
              </a:schemeClr>
            </a:gs>
            <a:gs pos="45000">
              <a:schemeClr val="phClr">
                <a:shade val="68000"/>
                <a:satMod val="15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0"/>
        </a:gradFill>
        <a:blipFill>
          <a:blip xmlns:r="http://schemas.openxmlformats.org/officeDocument/2006/relationships" r:embed="rId1">
            <a:duotone>
              <a:schemeClr val="phClr">
                <a:shade val="800"/>
                <a:satMod val="150000"/>
              </a:schemeClr>
              <a:schemeClr val="phClr">
                <a:tint val="80000"/>
                <a:satMod val="150000"/>
              </a:schemeClr>
            </a:duotone>
          </a:blip>
          <a:tile tx="0" ty="0" sx="75000" sy="7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FAF3E8"/>
      </a:lt2>
      <a:accent1>
        <a:srgbClr val="5C83B4"/>
      </a:accent1>
      <a:accent2>
        <a:srgbClr val="C0504D"/>
      </a:accent2>
      <a:accent3>
        <a:srgbClr val="9DBB61"/>
      </a:accent3>
      <a:accent4>
        <a:srgbClr val="8066A0"/>
      </a:accent4>
      <a:accent5>
        <a:srgbClr val="4BACC6"/>
      </a:accent5>
      <a:accent6>
        <a:srgbClr val="F59D5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inorFont>
    </a:fontScheme>
    <a:fmtScheme name="Office">
      <a: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hade val="100000"/>
                <a:satMod val="133000"/>
              </a:schemeClr>
            </a:gs>
            <a:gs pos="15000">
              <a:schemeClr val="phClr">
                <a:tint val="50000"/>
                <a:shade val="100000"/>
                <a:satMod val="140000"/>
              </a:schemeClr>
            </a:gs>
            <a:gs pos="100000">
              <a:schemeClr val="phClr">
                <a:tint val="10000"/>
                <a:shade val="100000"/>
                <a:satMod val="13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75000"/>
                <a:satMod val="160000"/>
              </a:schemeClr>
            </a:gs>
            <a:gs pos="62000">
              <a:schemeClr val="phClr">
                <a:tint val="100000"/>
                <a:shade val="100000"/>
                <a:satMod val="125000"/>
              </a:schemeClr>
            </a:gs>
            <a:gs pos="100000">
              <a:schemeClr val="phClr">
                <a:tint val="80000"/>
                <a:shade val="100000"/>
                <a:satMod val="140000"/>
              </a:schemeClr>
            </a:gs>
          </a:gsLst>
          <a:lin ang="16200000" scaled="1"/>
        </a:gradFill>
      </a:fillStyleLst>
      <a:lnStyleLst>
        <a:ln w="1270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61176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  <a:effectStyle>
          <a:effectLst>
            <a:reflection blurRad="12700" stA="25000" endPos="28000" dist="38100" dir="5400000" sy="-100000" rotWithShape="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</a:effectStyleLst>
      <a:bg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40000">
              <a:schemeClr val="phClr">
                <a:shade val="70000"/>
                <a:satMod val="145000"/>
              </a:schemeClr>
            </a:gs>
            <a:gs pos="100000">
              <a:schemeClr val="phClr">
                <a:tint val="85000"/>
                <a:satMod val="15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FAF3E8"/>
      </a:lt2>
      <a:accent1>
        <a:srgbClr val="5C83B4"/>
      </a:accent1>
      <a:accent2>
        <a:srgbClr val="C0504D"/>
      </a:accent2>
      <a:accent3>
        <a:srgbClr val="9DBB61"/>
      </a:accent3>
      <a:accent4>
        <a:srgbClr val="8066A0"/>
      </a:accent4>
      <a:accent5>
        <a:srgbClr val="4BACC6"/>
      </a:accent5>
      <a:accent6>
        <a:srgbClr val="F59D5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</a:minorFont>
    </a:fontScheme>
    <a:fmtScheme name="Office">
      <a: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hade val="100000"/>
                <a:satMod val="133000"/>
              </a:schemeClr>
            </a:gs>
            <a:gs pos="15000">
              <a:schemeClr val="phClr">
                <a:tint val="50000"/>
                <a:shade val="100000"/>
                <a:satMod val="140000"/>
              </a:schemeClr>
            </a:gs>
            <a:gs pos="100000">
              <a:schemeClr val="phClr">
                <a:tint val="10000"/>
                <a:shade val="100000"/>
                <a:satMod val="13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75000"/>
                <a:satMod val="160000"/>
              </a:schemeClr>
            </a:gs>
            <a:gs pos="62000">
              <a:schemeClr val="phClr">
                <a:tint val="100000"/>
                <a:shade val="100000"/>
                <a:satMod val="125000"/>
              </a:schemeClr>
            </a:gs>
            <a:gs pos="100000">
              <a:schemeClr val="phClr">
                <a:tint val="80000"/>
                <a:shade val="100000"/>
                <a:satMod val="140000"/>
              </a:schemeClr>
            </a:gs>
          </a:gsLst>
          <a:lin ang="16200000" scaled="1"/>
        </a:gradFill>
      </a:fillStyleLst>
      <a:lnStyleLst>
        <a:ln w="1270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61176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  <a:effectStyle>
          <a:effectLst>
            <a:reflection blurRad="12700" stA="25000" endPos="28000" dist="38100" dir="5400000" sy="-100000" rotWithShape="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>
                <a:tint val="100000"/>
                <a:shade val="100000"/>
                <a:satMod val="100000"/>
              </a:schemeClr>
            </a:contourClr>
          </a:sp3d>
        </a:effectStyle>
      </a:effectStyleLst>
      <a:bgFillStyleLst>
        <a:solidFill>
          <a:schemeClr val="phClr">
            <a:tint val="100000"/>
            <a:shade val="100000"/>
            <a:satMod val="100000"/>
          </a:schemeClr>
        </a:soli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40000">
              <a:schemeClr val="phClr">
                <a:shade val="70000"/>
                <a:satMod val="145000"/>
              </a:schemeClr>
            </a:gs>
            <a:gs pos="100000">
              <a:schemeClr val="phClr">
                <a:tint val="85000"/>
                <a:satMod val="15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789960CF-9239-4220-9465-12A4532FCB9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ProductOverviewPresentation</Template>
  <TotalTime>0</TotalTime>
  <Words>206</Words>
  <Application>Microsoft Office PowerPoint</Application>
  <PresentationFormat>On-screen Show (4:3)</PresentationFormat>
  <Paragraphs>45</Paragraphs>
  <Slides>7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ProductOverviewPresentation</vt:lpstr>
      <vt:lpstr>Product Name</vt:lpstr>
      <vt:lpstr>Overview</vt:lpstr>
      <vt:lpstr>Features and Benefits</vt:lpstr>
      <vt:lpstr>Applications</vt:lpstr>
      <vt:lpstr>Specifications</vt:lpstr>
      <vt:lpstr>Pricing</vt:lpstr>
      <vt:lpstr>Availability</vt:lpstr>
    </vt:vector>
  </TitlesOfParts>
  <Manager/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2013-06-06T17:46:10Z</dcterms:created>
  <dcterms:modified xsi:type="dcterms:W3CDTF">2013-06-06T17:46:43Z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TC100902499990</vt:lpwstr>
  </property>
</Properties>
</file>